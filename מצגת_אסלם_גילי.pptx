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67" r:id="rId4"/>
    <p:sldId id="265" r:id="rId5"/>
    <p:sldId id="266" r:id="rId6"/>
    <p:sldId id="258" r:id="rId7"/>
    <p:sldId id="259" r:id="rId8"/>
    <p:sldId id="268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01BE193-AEA0-4893-8BEF-EF004DF867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B056758A-2DAC-4C3E-B9C6-000FA4229F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5159DAE-BF08-48C0-AA97-081D92B78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A67A8-5F3B-47C1-8A79-CDAEA83F2772}" type="datetimeFigureOut">
              <a:rPr lang="he-IL" smtClean="0"/>
              <a:t>ג'/טבת/תשפ"ב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ED61B91-7735-4BCF-A15F-B0900665D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E22EF48-939A-4BDA-8516-67D9B39D8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BF485-BCC7-4EAB-B881-B605B54BD12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38360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DE43B01-2A6E-4089-BCCA-9F6B5B3F1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F857A6D-D68E-44E2-B6ED-8119BF78A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5437D92-04EC-46A2-A5DA-58BF7DF68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A67A8-5F3B-47C1-8A79-CDAEA83F2772}" type="datetimeFigureOut">
              <a:rPr lang="he-IL" smtClean="0"/>
              <a:t>ג'/טבת/תשפ"ב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4B28F2F-8B44-489B-B3CB-A2547A068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5ADFD6E-3160-42A1-BE0D-B8A9856AF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BF485-BCC7-4EAB-B881-B605B54BD12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30209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8389EA7-83BB-49FA-8B70-ED706B68F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616DBFD-03AB-4052-AA60-4D9774458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612CAD1-C32E-43B9-8354-A95EDF40C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A67A8-5F3B-47C1-8A79-CDAEA83F2772}" type="datetimeFigureOut">
              <a:rPr lang="he-IL" smtClean="0"/>
              <a:t>ג'/טבת/תשפ"ב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D388ADD-E083-4AD5-A574-635C5C1C7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F47B064-1B97-4295-9233-58B0DCEAD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BF485-BCC7-4EAB-B881-B605B54BD12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04865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1420A38-7E49-41A4-A320-AE1AFF32B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C5B50BF-4B94-4B4B-BD3B-2505EAF12A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9FFCC2B0-609D-46DC-8771-8CDD06CF3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586225EB-A03F-4356-BA49-7BF48E465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A67A8-5F3B-47C1-8A79-CDAEA83F2772}" type="datetimeFigureOut">
              <a:rPr lang="he-IL" smtClean="0"/>
              <a:t>ג'/טבת/תשפ"ב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47369DB1-74AE-4FAF-8857-3AFB8F444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AEBAA59D-D8B5-4A80-89BD-A1D322893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BF485-BCC7-4EAB-B881-B605B54BD12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73037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E5CC30C-2DDD-44D1-B457-F59FF6D01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6E177482-5352-4BDA-9BF0-E3C58E7C6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9641D56B-A96E-44F1-8ACC-4B93C7D53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1A1263A8-86E6-403A-BB0B-6A8F5EEB09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C6202C4F-0830-4CAC-801C-120102D3F0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D52D318A-4510-4EBC-90F7-A4E91A6B3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A67A8-5F3B-47C1-8A79-CDAEA83F2772}" type="datetimeFigureOut">
              <a:rPr lang="he-IL" smtClean="0"/>
              <a:t>ג'/טבת/תשפ"ב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F2ECAFDA-FA27-4980-A4BB-9D26A559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1D886BA4-6BD1-4C49-A8F2-B8EACE496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BF485-BCC7-4EAB-B881-B605B54BD12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30027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48482E7-792A-418C-9D7E-6B4B44FD3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665AE946-9412-431C-837F-8FECDE304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A67A8-5F3B-47C1-8A79-CDAEA83F2772}" type="datetimeFigureOut">
              <a:rPr lang="he-IL" smtClean="0"/>
              <a:t>ג'/טבת/תשפ"ב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D97FA216-305C-44D2-B306-24CB24BF1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39CDB7FA-CAC4-4B6C-B631-499CD0E3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BF485-BCC7-4EAB-B881-B605B54BD12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15358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E089756A-9E87-41BF-8AC0-0947DC81E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A67A8-5F3B-47C1-8A79-CDAEA83F2772}" type="datetimeFigureOut">
              <a:rPr lang="he-IL" smtClean="0"/>
              <a:t>ג'/טבת/תשפ"ב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32E7397C-46D6-4818-8074-8256EBCC9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E397D367-843B-4DAF-AC0B-E2D762C5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BF485-BCC7-4EAB-B881-B605B54BD12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39939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B12FF9A-EC0B-4CEE-A985-4E65944FB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241D1F7-CD81-4A89-8A21-336FB0D59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467AAF3E-9BE6-4D56-9420-CF141C8B7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1F7576A8-5ED0-477F-A600-6EDABC11C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A67A8-5F3B-47C1-8A79-CDAEA83F2772}" type="datetimeFigureOut">
              <a:rPr lang="he-IL" smtClean="0"/>
              <a:t>ג'/טבת/תשפ"ב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D38BA2A-22DE-49CF-A06F-84968D569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D807310-B6AE-4B33-91FA-B2F34F8E7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BF485-BCC7-4EAB-B881-B605B54BD12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74252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A322E92-1991-420B-A198-7838415DB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23EA6C02-E474-4452-84D9-7D7F0867F5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9CCC8993-EB72-49FC-8311-0A717772D8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6D8520FC-9A6D-45C8-8608-AC6EA0EB6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A67A8-5F3B-47C1-8A79-CDAEA83F2772}" type="datetimeFigureOut">
              <a:rPr lang="he-IL" smtClean="0"/>
              <a:t>ג'/טבת/תשפ"ב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B059E45-C73E-4F77-960D-7998B129E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AC424A1-B58D-4CC1-ABE4-2D1B9FCB4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BF485-BCC7-4EAB-B881-B605B54BD12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14376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26295B8-245A-4967-B63C-377D17A8C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EDCA90F6-B793-4AB5-9FBF-86DAAFB4FA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BB13904-E366-47C5-BF1E-59F1CD10C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A67A8-5F3B-47C1-8A79-CDAEA83F2772}" type="datetimeFigureOut">
              <a:rPr lang="he-IL" smtClean="0"/>
              <a:t>ג'/טבת/תשפ"ב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36BB8D3-D595-4104-84D7-11289691D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4818CC9-38AC-484E-B4CD-C106A15A7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BF485-BCC7-4EAB-B881-B605B54BD12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54231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66B68C56-3930-43C9-859E-755CF84A20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88B6953C-356D-4B27-AACE-8F723D72B8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E6D7A8A-33B2-432A-8C74-C4AE4623D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A67A8-5F3B-47C1-8A79-CDAEA83F2772}" type="datetimeFigureOut">
              <a:rPr lang="he-IL" smtClean="0"/>
              <a:t>ג'/טבת/תשפ"ב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194815C-E8C4-4BBA-93A3-8718B3D58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E6B97F9-1D3A-4DB4-BA01-CBF75B1DA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BF485-BCC7-4EAB-B881-B605B54BD12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59196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ADAEC363-4142-4FEF-8B19-7740BB2B9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902F458-48F1-4AB1-BC87-4869DCBC0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C04F345-466F-42EC-81CC-0E85FE7363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A67A8-5F3B-47C1-8A79-CDAEA83F2772}" type="datetimeFigureOut">
              <a:rPr lang="he-IL" smtClean="0"/>
              <a:t>ג'/טבת/תשפ"ב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42C2BA4-4CBB-4A55-B3B5-EF3F540304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C189031-F61C-4BDA-BA73-251D0E6A8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3BF485-BCC7-4EAB-B881-B605B54BD12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8848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126">
            <a:extLst>
              <a:ext uri="{FF2B5EF4-FFF2-40B4-BE49-F238E27FC236}">
                <a16:creationId xmlns:a16="http://schemas.microsoft.com/office/drawing/2014/main" id="{B4D3D850-2041-4B7C-AED9-54DA385B1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E22E6C4D-FC75-4D11-BDDF-2A0C8B3D091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6" r="5556"/>
          <a:stretch/>
        </p:blipFill>
        <p:spPr>
          <a:xfrm>
            <a:off x="19" y="10"/>
            <a:ext cx="4135883" cy="6857990"/>
          </a:xfrm>
          <a:prstGeom prst="rect">
            <a:avLst/>
          </a:prstGeom>
        </p:spPr>
      </p:pic>
      <p:pic>
        <p:nvPicPr>
          <p:cNvPr id="10" name="תמונה 9" descr="תמונה שמכילה טקסט, צללית&#10;&#10;התיאור נוצר באופן אוטומטי">
            <a:extLst>
              <a:ext uri="{FF2B5EF4-FFF2-40B4-BE49-F238E27FC236}">
                <a16:creationId xmlns:a16="http://schemas.microsoft.com/office/drawing/2014/main" id="{2ADFD4DE-4084-4852-8B64-9061498B837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40" r="25315" b="-1"/>
          <a:stretch/>
        </p:blipFill>
        <p:spPr>
          <a:xfrm>
            <a:off x="6710270" y="10"/>
            <a:ext cx="5481711" cy="6857990"/>
          </a:xfrm>
          <a:prstGeom prst="rect">
            <a:avLst/>
          </a:prstGeom>
        </p:spPr>
      </p:pic>
      <p:sp>
        <p:nvSpPr>
          <p:cNvPr id="133" name="Rectangle 128">
            <a:extLst>
              <a:ext uri="{FF2B5EF4-FFF2-40B4-BE49-F238E27FC236}">
                <a16:creationId xmlns:a16="http://schemas.microsoft.com/office/drawing/2014/main" id="{B497CCB5-5FC2-473C-AFCC-2430CEF1DF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409915" y="1742916"/>
            <a:ext cx="3372170" cy="3372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80609BA9-B441-42C2-800A-472AD56CA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86858" y="2761554"/>
            <a:ext cx="3618284" cy="134572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/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he-IL" sz="3600" dirty="0">
                <a:ln w="0"/>
                <a:solidFill>
                  <a:srgbClr val="08080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אסלאם מאז ועד היום</a:t>
            </a:r>
          </a:p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he-IL" sz="3600" dirty="0">
                <a:ln w="0"/>
                <a:solidFill>
                  <a:srgbClr val="080808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גילי צ'יקו</a:t>
            </a:r>
            <a:endParaRPr lang="en-US" sz="3600" dirty="0">
              <a:ln w="0"/>
              <a:solidFill>
                <a:srgbClr val="080808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31" name="Frame 130">
            <a:extLst>
              <a:ext uri="{FF2B5EF4-FFF2-40B4-BE49-F238E27FC236}">
                <a16:creationId xmlns:a16="http://schemas.microsoft.com/office/drawing/2014/main" id="{599C8C75-BFDF-44E7-A028-EEB5EDD58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3971277" y="1304278"/>
            <a:ext cx="4249446" cy="4249444"/>
          </a:xfrm>
          <a:prstGeom prst="frame">
            <a:avLst>
              <a:gd name="adj1" fmla="val 1195"/>
            </a:avLst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612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slamic Background With Mosque Eid Al Adha Banner Cover Iwth Lantern,  Islamic, Background, Hajj Background Image for Free Download">
            <a:extLst>
              <a:ext uri="{FF2B5EF4-FFF2-40B4-BE49-F238E27FC236}">
                <a16:creationId xmlns:a16="http://schemas.microsoft.com/office/drawing/2014/main" id="{8BE9A83E-868B-474F-AF90-1D961AA54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456" y="-368328"/>
            <a:ext cx="12296911" cy="7226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4374D239-AC34-4482-B6A4-4A75E4568534}"/>
              </a:ext>
            </a:extLst>
          </p:cNvPr>
          <p:cNvSpPr txBox="1"/>
          <p:nvPr/>
        </p:nvSpPr>
        <p:spPr>
          <a:xfrm>
            <a:off x="1599436" y="792998"/>
            <a:ext cx="5148775" cy="52868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he-IL" sz="3600" b="1" u="sng" dirty="0">
                <a:solidFill>
                  <a:srgbClr val="FFC000"/>
                </a:solidFill>
              </a:rPr>
              <a:t>תוכן עניינים: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400" dirty="0"/>
              <a:t>סקירה כללית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400" dirty="0"/>
              <a:t>היסטוריה והתפתחות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400" dirty="0"/>
              <a:t>מאפייני הדת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400" dirty="0"/>
              <a:t>שיעים סונים ומה שביניהם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400" dirty="0"/>
              <a:t>האסלם בארצות הברית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400" dirty="0"/>
              <a:t>האסלם באירופה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400" dirty="0"/>
              <a:t>תרבות האסלם בראי מדינת ישראל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400" dirty="0"/>
              <a:t>מדינת ישראל בראי האסלם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B3993298-DC84-4517-A2C1-6BCC599399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79" y="-296011"/>
            <a:ext cx="3310124" cy="3310124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softEdge rad="112500"/>
          </a:effectLst>
        </p:spPr>
      </p:pic>
      <p:pic>
        <p:nvPicPr>
          <p:cNvPr id="6" name="תמונה 5" descr="תמונה שמכילה מקורה&#10;&#10;התיאור נוצר באופן אוטומטי">
            <a:extLst>
              <a:ext uri="{FF2B5EF4-FFF2-40B4-BE49-F238E27FC236}">
                <a16:creationId xmlns:a16="http://schemas.microsoft.com/office/drawing/2014/main" id="{7D74014D-B031-42F5-8B7C-F0961346AA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1844" y="4203033"/>
            <a:ext cx="3234746" cy="236263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92940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02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C0749D4-5D79-415F-A4FE-C04AA9FAF6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8C1EE2C-97A4-4801-8BC8-9D18F259B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1999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What is Islam? | Facts about the Muslims &amp;amp; the Religion of Islam -  Toll-free hotline 1-877-WHY-ISLAM">
            <a:extLst>
              <a:ext uri="{FF2B5EF4-FFF2-40B4-BE49-F238E27FC236}">
                <a16:creationId xmlns:a16="http://schemas.microsoft.com/office/drawing/2014/main" id="{3AAC99F2-75FA-4312-9E0A-8371F7FBC8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96" r="12049"/>
          <a:stretch/>
        </p:blipFill>
        <p:spPr bwMode="auto">
          <a:xfrm>
            <a:off x="19" y="10"/>
            <a:ext cx="7469925" cy="6857990"/>
          </a:xfrm>
          <a:custGeom>
            <a:avLst/>
            <a:gdLst/>
            <a:ahLst/>
            <a:cxnLst/>
            <a:rect l="l" t="t" r="r" b="b"/>
            <a:pathLst>
              <a:path w="6096000" h="4777742">
                <a:moveTo>
                  <a:pt x="0" y="0"/>
                </a:moveTo>
                <a:lnTo>
                  <a:pt x="6096000" y="0"/>
                </a:lnTo>
                <a:lnTo>
                  <a:pt x="6096000" y="4777742"/>
                </a:lnTo>
                <a:lnTo>
                  <a:pt x="6067110" y="4773054"/>
                </a:lnTo>
                <a:cubicBezTo>
                  <a:pt x="6055069" y="4772257"/>
                  <a:pt x="6042963" y="4771677"/>
                  <a:pt x="6032848" y="4768862"/>
                </a:cubicBezTo>
                <a:cubicBezTo>
                  <a:pt x="6012619" y="4763231"/>
                  <a:pt x="5991471" y="4755713"/>
                  <a:pt x="5975856" y="4751678"/>
                </a:cubicBezTo>
                <a:cubicBezTo>
                  <a:pt x="5946385" y="4744300"/>
                  <a:pt x="5938143" y="4740617"/>
                  <a:pt x="5920410" y="4737737"/>
                </a:cubicBezTo>
                <a:cubicBezTo>
                  <a:pt x="5902677" y="4734858"/>
                  <a:pt x="5883840" y="4734501"/>
                  <a:pt x="5869459" y="4734403"/>
                </a:cubicBezTo>
                <a:cubicBezTo>
                  <a:pt x="5855079" y="4734305"/>
                  <a:pt x="5852140" y="4739700"/>
                  <a:pt x="5834127" y="4737148"/>
                </a:cubicBezTo>
                <a:cubicBezTo>
                  <a:pt x="5804874" y="4729435"/>
                  <a:pt x="5807796" y="4730400"/>
                  <a:pt x="5771966" y="4726150"/>
                </a:cubicBezTo>
                <a:lnTo>
                  <a:pt x="5680977" y="4726617"/>
                </a:lnTo>
                <a:lnTo>
                  <a:pt x="5650557" y="4723904"/>
                </a:lnTo>
                <a:cubicBezTo>
                  <a:pt x="5639802" y="4725929"/>
                  <a:pt x="5629047" y="4714121"/>
                  <a:pt x="5618294" y="4716145"/>
                </a:cubicBezTo>
                <a:lnTo>
                  <a:pt x="5567600" y="4712292"/>
                </a:lnTo>
                <a:cubicBezTo>
                  <a:pt x="5545229" y="4692374"/>
                  <a:pt x="5541151" y="4712551"/>
                  <a:pt x="5525295" y="4707303"/>
                </a:cubicBezTo>
                <a:cubicBezTo>
                  <a:pt x="5498062" y="4696523"/>
                  <a:pt x="5492452" y="4697563"/>
                  <a:pt x="5464966" y="4687718"/>
                </a:cubicBezTo>
                <a:cubicBezTo>
                  <a:pt x="5451160" y="4689453"/>
                  <a:pt x="5436112" y="4684365"/>
                  <a:pt x="5422637" y="4687843"/>
                </a:cubicBezTo>
                <a:lnTo>
                  <a:pt x="5385596" y="4686184"/>
                </a:lnTo>
                <a:lnTo>
                  <a:pt x="5347417" y="4690023"/>
                </a:lnTo>
                <a:lnTo>
                  <a:pt x="5307450" y="4701204"/>
                </a:lnTo>
                <a:cubicBezTo>
                  <a:pt x="5291923" y="4701949"/>
                  <a:pt x="5275426" y="4700974"/>
                  <a:pt x="5257509" y="4697243"/>
                </a:cubicBezTo>
                <a:cubicBezTo>
                  <a:pt x="5243483" y="4695263"/>
                  <a:pt x="5222121" y="4694006"/>
                  <a:pt x="5205681" y="4681108"/>
                </a:cubicBezTo>
                <a:cubicBezTo>
                  <a:pt x="5189241" y="4668210"/>
                  <a:pt x="5066582" y="4656956"/>
                  <a:pt x="5066665" y="4656732"/>
                </a:cubicBezTo>
                <a:cubicBezTo>
                  <a:pt x="5036013" y="4653433"/>
                  <a:pt x="5037516" y="4666066"/>
                  <a:pt x="5021767" y="4667463"/>
                </a:cubicBezTo>
                <a:cubicBezTo>
                  <a:pt x="5006018" y="4668859"/>
                  <a:pt x="4997883" y="4663456"/>
                  <a:pt x="4972175" y="4665113"/>
                </a:cubicBezTo>
                <a:cubicBezTo>
                  <a:pt x="4946467" y="4666771"/>
                  <a:pt x="4895264" y="4676890"/>
                  <a:pt x="4867522" y="4677409"/>
                </a:cubicBezTo>
                <a:cubicBezTo>
                  <a:pt x="4847198" y="4677652"/>
                  <a:pt x="4846533" y="4665718"/>
                  <a:pt x="4824459" y="4661311"/>
                </a:cubicBezTo>
                <a:cubicBezTo>
                  <a:pt x="4802946" y="4676275"/>
                  <a:pt x="4746723" y="4640980"/>
                  <a:pt x="4748119" y="4662282"/>
                </a:cubicBezTo>
                <a:cubicBezTo>
                  <a:pt x="4696376" y="4649495"/>
                  <a:pt x="4704934" y="4651568"/>
                  <a:pt x="4681435" y="4656529"/>
                </a:cubicBezTo>
                <a:lnTo>
                  <a:pt x="4655641" y="4662947"/>
                </a:lnTo>
                <a:lnTo>
                  <a:pt x="4568774" y="4659157"/>
                </a:lnTo>
                <a:lnTo>
                  <a:pt x="4561567" y="4664296"/>
                </a:lnTo>
                <a:lnTo>
                  <a:pt x="4544039" y="4665425"/>
                </a:lnTo>
                <a:lnTo>
                  <a:pt x="4537547" y="4666124"/>
                </a:lnTo>
                <a:lnTo>
                  <a:pt x="4533521" y="4663656"/>
                </a:lnTo>
                <a:cubicBezTo>
                  <a:pt x="4531131" y="4662547"/>
                  <a:pt x="4529356" y="4662473"/>
                  <a:pt x="4528079" y="4664277"/>
                </a:cubicBezTo>
                <a:cubicBezTo>
                  <a:pt x="4527877" y="4665254"/>
                  <a:pt x="4527677" y="4666231"/>
                  <a:pt x="4527476" y="4667208"/>
                </a:cubicBezTo>
                <a:lnTo>
                  <a:pt x="4493203" y="4670897"/>
                </a:lnTo>
                <a:lnTo>
                  <a:pt x="4246811" y="4676399"/>
                </a:lnTo>
                <a:cubicBezTo>
                  <a:pt x="4137387" y="4710859"/>
                  <a:pt x="4001444" y="4666072"/>
                  <a:pt x="3880688" y="4677902"/>
                </a:cubicBezTo>
                <a:cubicBezTo>
                  <a:pt x="3854349" y="4668373"/>
                  <a:pt x="3867024" y="4694267"/>
                  <a:pt x="3804472" y="4706612"/>
                </a:cubicBezTo>
                <a:cubicBezTo>
                  <a:pt x="3769790" y="4699764"/>
                  <a:pt x="3709689" y="4672031"/>
                  <a:pt x="3671141" y="4669214"/>
                </a:cubicBezTo>
                <a:cubicBezTo>
                  <a:pt x="3634430" y="4661806"/>
                  <a:pt x="3632993" y="4657630"/>
                  <a:pt x="3609792" y="4651280"/>
                </a:cubicBezTo>
                <a:cubicBezTo>
                  <a:pt x="3586591" y="4644931"/>
                  <a:pt x="3596838" y="4646444"/>
                  <a:pt x="3550675" y="4644949"/>
                </a:cubicBezTo>
                <a:cubicBezTo>
                  <a:pt x="3513195" y="4640338"/>
                  <a:pt x="3398385" y="4630109"/>
                  <a:pt x="3362699" y="4629669"/>
                </a:cubicBezTo>
                <a:cubicBezTo>
                  <a:pt x="3327014" y="4629229"/>
                  <a:pt x="3350265" y="4628980"/>
                  <a:pt x="3317820" y="4628473"/>
                </a:cubicBezTo>
                <a:cubicBezTo>
                  <a:pt x="3291761" y="4635373"/>
                  <a:pt x="3220279" y="4625153"/>
                  <a:pt x="3202541" y="4611353"/>
                </a:cubicBezTo>
                <a:cubicBezTo>
                  <a:pt x="3176498" y="4608414"/>
                  <a:pt x="3173034" y="4597692"/>
                  <a:pt x="3165095" y="4593183"/>
                </a:cubicBezTo>
                <a:cubicBezTo>
                  <a:pt x="3157156" y="4588674"/>
                  <a:pt x="3151440" y="4597640"/>
                  <a:pt x="3142614" y="4593521"/>
                </a:cubicBezTo>
                <a:cubicBezTo>
                  <a:pt x="3133788" y="4589402"/>
                  <a:pt x="3119786" y="4585666"/>
                  <a:pt x="3108607" y="4586122"/>
                </a:cubicBezTo>
                <a:cubicBezTo>
                  <a:pt x="3097429" y="4586579"/>
                  <a:pt x="3083057" y="4584832"/>
                  <a:pt x="3060172" y="4583967"/>
                </a:cubicBezTo>
                <a:cubicBezTo>
                  <a:pt x="3037288" y="4583102"/>
                  <a:pt x="3008898" y="4580847"/>
                  <a:pt x="2971297" y="4580934"/>
                </a:cubicBezTo>
                <a:cubicBezTo>
                  <a:pt x="2936460" y="4577753"/>
                  <a:pt x="2952539" y="4581456"/>
                  <a:pt x="2872577" y="4576652"/>
                </a:cubicBezTo>
                <a:cubicBezTo>
                  <a:pt x="2845447" y="4572221"/>
                  <a:pt x="2833971" y="4557733"/>
                  <a:pt x="2814205" y="4559580"/>
                </a:cubicBezTo>
                <a:cubicBezTo>
                  <a:pt x="2790909" y="4543112"/>
                  <a:pt x="2768526" y="4546849"/>
                  <a:pt x="2754311" y="4545459"/>
                </a:cubicBezTo>
                <a:cubicBezTo>
                  <a:pt x="2740096" y="4544070"/>
                  <a:pt x="2737019" y="4543662"/>
                  <a:pt x="2723224" y="4546010"/>
                </a:cubicBezTo>
                <a:cubicBezTo>
                  <a:pt x="2709430" y="4548359"/>
                  <a:pt x="2687410" y="4554101"/>
                  <a:pt x="2672793" y="4554314"/>
                </a:cubicBezTo>
                <a:cubicBezTo>
                  <a:pt x="2658176" y="4554527"/>
                  <a:pt x="2649574" y="4546685"/>
                  <a:pt x="2635521" y="4547286"/>
                </a:cubicBezTo>
                <a:cubicBezTo>
                  <a:pt x="2621467" y="4547887"/>
                  <a:pt x="2621767" y="4560245"/>
                  <a:pt x="2588471" y="4557919"/>
                </a:cubicBezTo>
                <a:lnTo>
                  <a:pt x="2439275" y="4540387"/>
                </a:lnTo>
                <a:cubicBezTo>
                  <a:pt x="2417784" y="4540194"/>
                  <a:pt x="2396292" y="4546221"/>
                  <a:pt x="2374801" y="4546028"/>
                </a:cubicBezTo>
                <a:cubicBezTo>
                  <a:pt x="2331700" y="4546603"/>
                  <a:pt x="2372806" y="4559122"/>
                  <a:pt x="2318618" y="4550990"/>
                </a:cubicBezTo>
                <a:cubicBezTo>
                  <a:pt x="2264430" y="4533528"/>
                  <a:pt x="2150787" y="4518120"/>
                  <a:pt x="2084135" y="4520400"/>
                </a:cubicBezTo>
                <a:lnTo>
                  <a:pt x="2010848" y="4500404"/>
                </a:lnTo>
                <a:lnTo>
                  <a:pt x="1962215" y="4501400"/>
                </a:lnTo>
                <a:lnTo>
                  <a:pt x="1926990" y="4495570"/>
                </a:lnTo>
                <a:cubicBezTo>
                  <a:pt x="1909127" y="4479452"/>
                  <a:pt x="1902510" y="4484082"/>
                  <a:pt x="1884649" y="4474880"/>
                </a:cubicBezTo>
                <a:cubicBezTo>
                  <a:pt x="1864462" y="4463930"/>
                  <a:pt x="1869383" y="4485922"/>
                  <a:pt x="1816219" y="4470938"/>
                </a:cubicBezTo>
                <a:cubicBezTo>
                  <a:pt x="1786214" y="4478916"/>
                  <a:pt x="1794086" y="4458547"/>
                  <a:pt x="1768335" y="4471096"/>
                </a:cubicBezTo>
                <a:cubicBezTo>
                  <a:pt x="1756010" y="4466078"/>
                  <a:pt x="1737157" y="4463295"/>
                  <a:pt x="1725889" y="4456707"/>
                </a:cubicBezTo>
                <a:lnTo>
                  <a:pt x="1704987" y="4453275"/>
                </a:lnTo>
                <a:lnTo>
                  <a:pt x="1678857" y="4447221"/>
                </a:lnTo>
                <a:lnTo>
                  <a:pt x="1674568" y="4435925"/>
                </a:lnTo>
                <a:lnTo>
                  <a:pt x="1634075" y="4429269"/>
                </a:lnTo>
                <a:cubicBezTo>
                  <a:pt x="1619699" y="4424763"/>
                  <a:pt x="1607040" y="4412316"/>
                  <a:pt x="1588492" y="4411465"/>
                </a:cubicBezTo>
                <a:cubicBezTo>
                  <a:pt x="1548666" y="4404488"/>
                  <a:pt x="1441540" y="4396830"/>
                  <a:pt x="1402240" y="4391911"/>
                </a:cubicBezTo>
                <a:cubicBezTo>
                  <a:pt x="1362940" y="4386992"/>
                  <a:pt x="1383536" y="4385271"/>
                  <a:pt x="1352691" y="4381952"/>
                </a:cubicBezTo>
                <a:cubicBezTo>
                  <a:pt x="1322602" y="4385447"/>
                  <a:pt x="1230331" y="4373936"/>
                  <a:pt x="1213419" y="4358161"/>
                </a:cubicBezTo>
                <a:cubicBezTo>
                  <a:pt x="1194291" y="4352958"/>
                  <a:pt x="1171642" y="4355246"/>
                  <a:pt x="1163347" y="4339486"/>
                </a:cubicBezTo>
                <a:cubicBezTo>
                  <a:pt x="1149374" y="4320060"/>
                  <a:pt x="1081104" y="4339702"/>
                  <a:pt x="1091517" y="4319884"/>
                </a:cubicBezTo>
                <a:cubicBezTo>
                  <a:pt x="1067291" y="4326517"/>
                  <a:pt x="1046078" y="4319455"/>
                  <a:pt x="1025956" y="4309010"/>
                </a:cubicBezTo>
                <a:lnTo>
                  <a:pt x="1004286" y="4296626"/>
                </a:lnTo>
                <a:lnTo>
                  <a:pt x="983819" y="4298478"/>
                </a:lnTo>
                <a:cubicBezTo>
                  <a:pt x="974051" y="4282658"/>
                  <a:pt x="953984" y="4293628"/>
                  <a:pt x="939204" y="4282411"/>
                </a:cubicBezTo>
                <a:lnTo>
                  <a:pt x="915836" y="4272323"/>
                </a:lnTo>
                <a:lnTo>
                  <a:pt x="899731" y="4266965"/>
                </a:lnTo>
                <a:lnTo>
                  <a:pt x="893886" y="4264715"/>
                </a:lnTo>
                <a:lnTo>
                  <a:pt x="889021" y="4266066"/>
                </a:lnTo>
                <a:cubicBezTo>
                  <a:pt x="886286" y="4266531"/>
                  <a:pt x="884573" y="4266166"/>
                  <a:pt x="884135" y="4264147"/>
                </a:cubicBezTo>
                <a:lnTo>
                  <a:pt x="884818" y="4261224"/>
                </a:lnTo>
                <a:lnTo>
                  <a:pt x="820228" y="4266638"/>
                </a:lnTo>
                <a:lnTo>
                  <a:pt x="788402" y="4263209"/>
                </a:lnTo>
                <a:cubicBezTo>
                  <a:pt x="756573" y="4279518"/>
                  <a:pt x="718864" y="4245871"/>
                  <a:pt x="687574" y="4276905"/>
                </a:cubicBezTo>
                <a:lnTo>
                  <a:pt x="556383" y="4277125"/>
                </a:lnTo>
                <a:lnTo>
                  <a:pt x="497122" y="4273689"/>
                </a:lnTo>
                <a:cubicBezTo>
                  <a:pt x="484020" y="4279519"/>
                  <a:pt x="445941" y="4269992"/>
                  <a:pt x="454008" y="4273811"/>
                </a:cubicBezTo>
                <a:lnTo>
                  <a:pt x="394229" y="4278215"/>
                </a:lnTo>
                <a:lnTo>
                  <a:pt x="386356" y="4282251"/>
                </a:lnTo>
                <a:lnTo>
                  <a:pt x="383576" y="4284364"/>
                </a:lnTo>
                <a:lnTo>
                  <a:pt x="370039" y="4285533"/>
                </a:lnTo>
                <a:cubicBezTo>
                  <a:pt x="361618" y="4289428"/>
                  <a:pt x="359083" y="4297501"/>
                  <a:pt x="350141" y="4300911"/>
                </a:cubicBezTo>
                <a:cubicBezTo>
                  <a:pt x="345670" y="4302616"/>
                  <a:pt x="339596" y="4303155"/>
                  <a:pt x="330385" y="4301424"/>
                </a:cubicBezTo>
                <a:cubicBezTo>
                  <a:pt x="329804" y="4289693"/>
                  <a:pt x="314374" y="4293109"/>
                  <a:pt x="297835" y="4297065"/>
                </a:cubicBezTo>
                <a:lnTo>
                  <a:pt x="282816" y="4299894"/>
                </a:lnTo>
                <a:lnTo>
                  <a:pt x="281368" y="4300653"/>
                </a:lnTo>
                <a:lnTo>
                  <a:pt x="280684" y="4300295"/>
                </a:lnTo>
                <a:lnTo>
                  <a:pt x="273908" y="4301571"/>
                </a:lnTo>
                <a:cubicBezTo>
                  <a:pt x="266799" y="4301990"/>
                  <a:pt x="261129" y="4300718"/>
                  <a:pt x="258614" y="4295926"/>
                </a:cubicBezTo>
                <a:cubicBezTo>
                  <a:pt x="242516" y="4327823"/>
                  <a:pt x="214979" y="4309338"/>
                  <a:pt x="182068" y="4323284"/>
                </a:cubicBezTo>
                <a:cubicBezTo>
                  <a:pt x="157942" y="4332898"/>
                  <a:pt x="153812" y="4326151"/>
                  <a:pt x="128666" y="4331122"/>
                </a:cubicBezTo>
                <a:cubicBezTo>
                  <a:pt x="77925" y="4373333"/>
                  <a:pt x="87445" y="4341355"/>
                  <a:pt x="21563" y="4371972"/>
                </a:cubicBezTo>
                <a:lnTo>
                  <a:pt x="0" y="438363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109CAE58-E2CE-4825-AE6A-CF85D71918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99" r="-1" b="8999"/>
          <a:stretch/>
        </p:blipFill>
        <p:spPr>
          <a:xfrm>
            <a:off x="7652824" y="15322"/>
            <a:ext cx="4539175" cy="7032592"/>
          </a:xfrm>
          <a:custGeom>
            <a:avLst/>
            <a:gdLst/>
            <a:ahLst/>
            <a:cxnLst/>
            <a:rect l="l" t="t" r="r" b="b"/>
            <a:pathLst>
              <a:path w="6096000" h="5455552">
                <a:moveTo>
                  <a:pt x="0" y="0"/>
                </a:moveTo>
                <a:lnTo>
                  <a:pt x="8632" y="2126"/>
                </a:lnTo>
                <a:cubicBezTo>
                  <a:pt x="71597" y="8644"/>
                  <a:pt x="52747" y="11892"/>
                  <a:pt x="102111" y="11566"/>
                </a:cubicBezTo>
                <a:cubicBezTo>
                  <a:pt x="107032" y="11203"/>
                  <a:pt x="116450" y="20386"/>
                  <a:pt x="135511" y="18109"/>
                </a:cubicBezTo>
                <a:cubicBezTo>
                  <a:pt x="165681" y="22040"/>
                  <a:pt x="149025" y="33094"/>
                  <a:pt x="187668" y="36734"/>
                </a:cubicBezTo>
                <a:cubicBezTo>
                  <a:pt x="184095" y="40156"/>
                  <a:pt x="221954" y="38461"/>
                  <a:pt x="225602" y="50611"/>
                </a:cubicBezTo>
                <a:cubicBezTo>
                  <a:pt x="242020" y="54481"/>
                  <a:pt x="267241" y="57744"/>
                  <a:pt x="286175" y="59952"/>
                </a:cubicBezTo>
                <a:cubicBezTo>
                  <a:pt x="314543" y="65902"/>
                  <a:pt x="328665" y="72319"/>
                  <a:pt x="332857" y="76558"/>
                </a:cubicBezTo>
                <a:cubicBezTo>
                  <a:pt x="361257" y="83289"/>
                  <a:pt x="358186" y="84500"/>
                  <a:pt x="395478" y="98782"/>
                </a:cubicBezTo>
                <a:cubicBezTo>
                  <a:pt x="417363" y="93652"/>
                  <a:pt x="436168" y="104748"/>
                  <a:pt x="445328" y="114882"/>
                </a:cubicBezTo>
                <a:cubicBezTo>
                  <a:pt x="470101" y="124482"/>
                  <a:pt x="523910" y="147405"/>
                  <a:pt x="559300" y="150440"/>
                </a:cubicBezTo>
                <a:cubicBezTo>
                  <a:pt x="613422" y="149710"/>
                  <a:pt x="598278" y="160982"/>
                  <a:pt x="622357" y="169552"/>
                </a:cubicBezTo>
                <a:cubicBezTo>
                  <a:pt x="641101" y="180205"/>
                  <a:pt x="638493" y="171007"/>
                  <a:pt x="658054" y="184474"/>
                </a:cubicBezTo>
                <a:lnTo>
                  <a:pt x="694284" y="200095"/>
                </a:lnTo>
                <a:lnTo>
                  <a:pt x="737979" y="224556"/>
                </a:lnTo>
                <a:lnTo>
                  <a:pt x="747981" y="231280"/>
                </a:lnTo>
                <a:cubicBezTo>
                  <a:pt x="753111" y="231304"/>
                  <a:pt x="756366" y="231723"/>
                  <a:pt x="758445" y="232460"/>
                </a:cubicBezTo>
                <a:cubicBezTo>
                  <a:pt x="758496" y="232559"/>
                  <a:pt x="758549" y="232658"/>
                  <a:pt x="758600" y="232757"/>
                </a:cubicBezTo>
                <a:lnTo>
                  <a:pt x="773364" y="235718"/>
                </a:lnTo>
                <a:cubicBezTo>
                  <a:pt x="790479" y="236082"/>
                  <a:pt x="824818" y="262048"/>
                  <a:pt x="841072" y="261356"/>
                </a:cubicBezTo>
                <a:cubicBezTo>
                  <a:pt x="848247" y="277811"/>
                  <a:pt x="845053" y="250444"/>
                  <a:pt x="872404" y="265382"/>
                </a:cubicBezTo>
                <a:cubicBezTo>
                  <a:pt x="884596" y="267374"/>
                  <a:pt x="889722" y="269394"/>
                  <a:pt x="899938" y="270925"/>
                </a:cubicBezTo>
                <a:cubicBezTo>
                  <a:pt x="900079" y="271345"/>
                  <a:pt x="933560" y="274145"/>
                  <a:pt x="933701" y="274565"/>
                </a:cubicBezTo>
                <a:lnTo>
                  <a:pt x="958104" y="278658"/>
                </a:lnTo>
                <a:lnTo>
                  <a:pt x="963678" y="280729"/>
                </a:lnTo>
                <a:lnTo>
                  <a:pt x="996167" y="277529"/>
                </a:lnTo>
                <a:lnTo>
                  <a:pt x="1012387" y="277350"/>
                </a:lnTo>
                <a:lnTo>
                  <a:pt x="1018139" y="274257"/>
                </a:lnTo>
                <a:cubicBezTo>
                  <a:pt x="1023705" y="272608"/>
                  <a:pt x="1030840" y="272419"/>
                  <a:pt x="1041488" y="275538"/>
                </a:cubicBezTo>
                <a:lnTo>
                  <a:pt x="1043729" y="276831"/>
                </a:lnTo>
                <a:lnTo>
                  <a:pt x="1076532" y="271239"/>
                </a:lnTo>
                <a:cubicBezTo>
                  <a:pt x="1083544" y="269462"/>
                  <a:pt x="1111552" y="278849"/>
                  <a:pt x="1117458" y="275294"/>
                </a:cubicBezTo>
                <a:cubicBezTo>
                  <a:pt x="1173364" y="280135"/>
                  <a:pt x="1207569" y="263603"/>
                  <a:pt x="1275827" y="275029"/>
                </a:cubicBezTo>
                <a:cubicBezTo>
                  <a:pt x="1321519" y="279616"/>
                  <a:pt x="1347196" y="279519"/>
                  <a:pt x="1376683" y="283128"/>
                </a:cubicBezTo>
                <a:cubicBezTo>
                  <a:pt x="1406170" y="286737"/>
                  <a:pt x="1433752" y="293140"/>
                  <a:pt x="1452749" y="296685"/>
                </a:cubicBezTo>
                <a:cubicBezTo>
                  <a:pt x="1471746" y="300230"/>
                  <a:pt x="1466619" y="301895"/>
                  <a:pt x="1490664" y="304401"/>
                </a:cubicBezTo>
                <a:cubicBezTo>
                  <a:pt x="1514709" y="306907"/>
                  <a:pt x="1573675" y="305000"/>
                  <a:pt x="1597021" y="311721"/>
                </a:cubicBezTo>
                <a:cubicBezTo>
                  <a:pt x="1622238" y="311037"/>
                  <a:pt x="1625537" y="322069"/>
                  <a:pt x="1639314" y="320753"/>
                </a:cubicBezTo>
                <a:cubicBezTo>
                  <a:pt x="1710549" y="337224"/>
                  <a:pt x="1769892" y="334296"/>
                  <a:pt x="1856583" y="331628"/>
                </a:cubicBezTo>
                <a:cubicBezTo>
                  <a:pt x="1913730" y="336509"/>
                  <a:pt x="1912698" y="339285"/>
                  <a:pt x="1937745" y="342098"/>
                </a:cubicBezTo>
                <a:cubicBezTo>
                  <a:pt x="1945390" y="344925"/>
                  <a:pt x="1949181" y="335092"/>
                  <a:pt x="1956068" y="338984"/>
                </a:cubicBezTo>
                <a:lnTo>
                  <a:pt x="1991434" y="344183"/>
                </a:lnTo>
                <a:lnTo>
                  <a:pt x="2017399" y="354323"/>
                </a:lnTo>
                <a:lnTo>
                  <a:pt x="2041804" y="360756"/>
                </a:lnTo>
                <a:lnTo>
                  <a:pt x="2071138" y="363487"/>
                </a:lnTo>
                <a:cubicBezTo>
                  <a:pt x="2080124" y="365903"/>
                  <a:pt x="2080713" y="373697"/>
                  <a:pt x="2092557" y="373570"/>
                </a:cubicBezTo>
                <a:cubicBezTo>
                  <a:pt x="2128517" y="378742"/>
                  <a:pt x="2193287" y="383225"/>
                  <a:pt x="2242182" y="388922"/>
                </a:cubicBezTo>
                <a:cubicBezTo>
                  <a:pt x="2266404" y="385527"/>
                  <a:pt x="2301142" y="392029"/>
                  <a:pt x="2311187" y="401718"/>
                </a:cubicBezTo>
                <a:cubicBezTo>
                  <a:pt x="2323182" y="404413"/>
                  <a:pt x="2352098" y="404462"/>
                  <a:pt x="2363765" y="402554"/>
                </a:cubicBezTo>
                <a:cubicBezTo>
                  <a:pt x="2374121" y="402833"/>
                  <a:pt x="2375999" y="406521"/>
                  <a:pt x="2389759" y="407955"/>
                </a:cubicBezTo>
                <a:cubicBezTo>
                  <a:pt x="2404778" y="411334"/>
                  <a:pt x="2437354" y="427346"/>
                  <a:pt x="2451497" y="432353"/>
                </a:cubicBezTo>
                <a:cubicBezTo>
                  <a:pt x="2465640" y="437360"/>
                  <a:pt x="2451256" y="432175"/>
                  <a:pt x="2474615" y="437995"/>
                </a:cubicBezTo>
                <a:cubicBezTo>
                  <a:pt x="2482949" y="439979"/>
                  <a:pt x="2481204" y="447714"/>
                  <a:pt x="2499122" y="451403"/>
                </a:cubicBezTo>
                <a:cubicBezTo>
                  <a:pt x="2517041" y="455093"/>
                  <a:pt x="2557176" y="459358"/>
                  <a:pt x="2582126" y="460132"/>
                </a:cubicBezTo>
                <a:cubicBezTo>
                  <a:pt x="2610000" y="447613"/>
                  <a:pt x="2600233" y="464657"/>
                  <a:pt x="2651203" y="448902"/>
                </a:cubicBezTo>
                <a:cubicBezTo>
                  <a:pt x="2652514" y="450917"/>
                  <a:pt x="2673343" y="450050"/>
                  <a:pt x="2694692" y="451398"/>
                </a:cubicBezTo>
                <a:cubicBezTo>
                  <a:pt x="2716041" y="452746"/>
                  <a:pt x="2761501" y="464041"/>
                  <a:pt x="2779298" y="456988"/>
                </a:cubicBezTo>
                <a:lnTo>
                  <a:pt x="2936306" y="456249"/>
                </a:lnTo>
                <a:lnTo>
                  <a:pt x="3026435" y="468085"/>
                </a:lnTo>
                <a:cubicBezTo>
                  <a:pt x="3057775" y="469980"/>
                  <a:pt x="3063039" y="478620"/>
                  <a:pt x="3083171" y="475230"/>
                </a:cubicBezTo>
                <a:cubicBezTo>
                  <a:pt x="3117108" y="477415"/>
                  <a:pt x="3095622" y="493457"/>
                  <a:pt x="3134778" y="480540"/>
                </a:cubicBezTo>
                <a:cubicBezTo>
                  <a:pt x="3124076" y="494276"/>
                  <a:pt x="3153178" y="476814"/>
                  <a:pt x="3173314" y="487873"/>
                </a:cubicBezTo>
                <a:cubicBezTo>
                  <a:pt x="3201556" y="479719"/>
                  <a:pt x="3230591" y="489990"/>
                  <a:pt x="3247734" y="491186"/>
                </a:cubicBezTo>
                <a:cubicBezTo>
                  <a:pt x="3264877" y="492382"/>
                  <a:pt x="3251612" y="496143"/>
                  <a:pt x="3276172" y="495050"/>
                </a:cubicBezTo>
                <a:lnTo>
                  <a:pt x="3310856" y="500586"/>
                </a:lnTo>
                <a:cubicBezTo>
                  <a:pt x="3309045" y="496015"/>
                  <a:pt x="3314063" y="497362"/>
                  <a:pt x="3327824" y="498077"/>
                </a:cubicBezTo>
                <a:lnTo>
                  <a:pt x="3364782" y="494003"/>
                </a:lnTo>
                <a:lnTo>
                  <a:pt x="3390144" y="498112"/>
                </a:lnTo>
                <a:cubicBezTo>
                  <a:pt x="3393544" y="497973"/>
                  <a:pt x="3417720" y="493499"/>
                  <a:pt x="3417235" y="489988"/>
                </a:cubicBezTo>
                <a:cubicBezTo>
                  <a:pt x="3443685" y="504716"/>
                  <a:pt x="3446332" y="495464"/>
                  <a:pt x="3473455" y="491710"/>
                </a:cubicBezTo>
                <a:cubicBezTo>
                  <a:pt x="3496710" y="493093"/>
                  <a:pt x="3476665" y="493558"/>
                  <a:pt x="3532861" y="495298"/>
                </a:cubicBezTo>
                <a:cubicBezTo>
                  <a:pt x="3554737" y="511467"/>
                  <a:pt x="3539011" y="483579"/>
                  <a:pt x="3581951" y="506221"/>
                </a:cubicBezTo>
                <a:cubicBezTo>
                  <a:pt x="3584053" y="504456"/>
                  <a:pt x="3610563" y="506075"/>
                  <a:pt x="3624438" y="507850"/>
                </a:cubicBezTo>
                <a:cubicBezTo>
                  <a:pt x="3638313" y="509625"/>
                  <a:pt x="3650849" y="507462"/>
                  <a:pt x="3665204" y="516874"/>
                </a:cubicBezTo>
                <a:cubicBezTo>
                  <a:pt x="3675692" y="519769"/>
                  <a:pt x="3656949" y="515532"/>
                  <a:pt x="3689747" y="520459"/>
                </a:cubicBezTo>
                <a:cubicBezTo>
                  <a:pt x="3722545" y="525386"/>
                  <a:pt x="3829449" y="542068"/>
                  <a:pt x="3861993" y="546434"/>
                </a:cubicBezTo>
                <a:cubicBezTo>
                  <a:pt x="3894537" y="550800"/>
                  <a:pt x="3871648" y="553364"/>
                  <a:pt x="3885009" y="553797"/>
                </a:cubicBezTo>
                <a:cubicBezTo>
                  <a:pt x="3898370" y="554230"/>
                  <a:pt x="3927139" y="547164"/>
                  <a:pt x="3942159" y="549034"/>
                </a:cubicBezTo>
                <a:cubicBezTo>
                  <a:pt x="3961015" y="550940"/>
                  <a:pt x="3963811" y="558241"/>
                  <a:pt x="3975129" y="557872"/>
                </a:cubicBezTo>
                <a:cubicBezTo>
                  <a:pt x="3985593" y="547655"/>
                  <a:pt x="3996704" y="547768"/>
                  <a:pt x="4014830" y="553964"/>
                </a:cubicBezTo>
                <a:cubicBezTo>
                  <a:pt x="4048643" y="556748"/>
                  <a:pt x="4048670" y="546238"/>
                  <a:pt x="4081323" y="547753"/>
                </a:cubicBezTo>
                <a:cubicBezTo>
                  <a:pt x="4095652" y="547174"/>
                  <a:pt x="4103318" y="550468"/>
                  <a:pt x="4127224" y="547194"/>
                </a:cubicBezTo>
                <a:cubicBezTo>
                  <a:pt x="4144245" y="547892"/>
                  <a:pt x="4178444" y="549648"/>
                  <a:pt x="4201489" y="539366"/>
                </a:cubicBezTo>
                <a:cubicBezTo>
                  <a:pt x="4226484" y="538057"/>
                  <a:pt x="4208332" y="537593"/>
                  <a:pt x="4235612" y="540183"/>
                </a:cubicBezTo>
                <a:cubicBezTo>
                  <a:pt x="4268938" y="540701"/>
                  <a:pt x="4282810" y="534470"/>
                  <a:pt x="4302068" y="535952"/>
                </a:cubicBezTo>
                <a:cubicBezTo>
                  <a:pt x="4314608" y="531697"/>
                  <a:pt x="4300406" y="536768"/>
                  <a:pt x="4348604" y="531427"/>
                </a:cubicBezTo>
                <a:cubicBezTo>
                  <a:pt x="4367706" y="540886"/>
                  <a:pt x="4384046" y="527950"/>
                  <a:pt x="4400391" y="529988"/>
                </a:cubicBezTo>
                <a:cubicBezTo>
                  <a:pt x="4426313" y="528954"/>
                  <a:pt x="4490025" y="529067"/>
                  <a:pt x="4513659" y="527603"/>
                </a:cubicBezTo>
                <a:cubicBezTo>
                  <a:pt x="4537293" y="526139"/>
                  <a:pt x="4512137" y="523958"/>
                  <a:pt x="4542198" y="521206"/>
                </a:cubicBezTo>
                <a:cubicBezTo>
                  <a:pt x="4597566" y="533455"/>
                  <a:pt x="4628464" y="511410"/>
                  <a:pt x="4684502" y="508712"/>
                </a:cubicBezTo>
                <a:cubicBezTo>
                  <a:pt x="4718519" y="491640"/>
                  <a:pt x="4742626" y="509374"/>
                  <a:pt x="4779821" y="496309"/>
                </a:cubicBezTo>
                <a:cubicBezTo>
                  <a:pt x="4804992" y="492314"/>
                  <a:pt x="4808648" y="496131"/>
                  <a:pt x="4822825" y="494266"/>
                </a:cubicBezTo>
                <a:cubicBezTo>
                  <a:pt x="4837002" y="492401"/>
                  <a:pt x="4852992" y="487905"/>
                  <a:pt x="4864884" y="485118"/>
                </a:cubicBezTo>
                <a:cubicBezTo>
                  <a:pt x="4871249" y="488756"/>
                  <a:pt x="4920720" y="482346"/>
                  <a:pt x="4919578" y="477542"/>
                </a:cubicBezTo>
                <a:cubicBezTo>
                  <a:pt x="4926928" y="479188"/>
                  <a:pt x="4947247" y="485560"/>
                  <a:pt x="4949541" y="477954"/>
                </a:cubicBezTo>
                <a:cubicBezTo>
                  <a:pt x="4987069" y="477873"/>
                  <a:pt x="5008152" y="476806"/>
                  <a:pt x="5040980" y="486944"/>
                </a:cubicBezTo>
                <a:cubicBezTo>
                  <a:pt x="5064311" y="490721"/>
                  <a:pt x="5048016" y="488694"/>
                  <a:pt x="5062537" y="491091"/>
                </a:cubicBezTo>
                <a:cubicBezTo>
                  <a:pt x="5077058" y="493488"/>
                  <a:pt x="5101248" y="489194"/>
                  <a:pt x="5124930" y="488624"/>
                </a:cubicBezTo>
                <a:cubicBezTo>
                  <a:pt x="5148941" y="488756"/>
                  <a:pt x="5176916" y="492838"/>
                  <a:pt x="5194697" y="494266"/>
                </a:cubicBezTo>
                <a:cubicBezTo>
                  <a:pt x="5212478" y="495694"/>
                  <a:pt x="5216720" y="495351"/>
                  <a:pt x="5231615" y="497193"/>
                </a:cubicBezTo>
                <a:cubicBezTo>
                  <a:pt x="5256471" y="493743"/>
                  <a:pt x="5277358" y="495561"/>
                  <a:pt x="5295973" y="502936"/>
                </a:cubicBezTo>
                <a:cubicBezTo>
                  <a:pt x="5310458" y="504829"/>
                  <a:pt x="5303034" y="509138"/>
                  <a:pt x="5313760" y="510935"/>
                </a:cubicBezTo>
                <a:cubicBezTo>
                  <a:pt x="5324486" y="512732"/>
                  <a:pt x="5331325" y="504608"/>
                  <a:pt x="5360330" y="506574"/>
                </a:cubicBezTo>
                <a:cubicBezTo>
                  <a:pt x="5370649" y="506971"/>
                  <a:pt x="5370304" y="514592"/>
                  <a:pt x="5392341" y="515697"/>
                </a:cubicBezTo>
                <a:cubicBezTo>
                  <a:pt x="5414378" y="516802"/>
                  <a:pt x="5502983" y="521559"/>
                  <a:pt x="5535415" y="522731"/>
                </a:cubicBezTo>
                <a:cubicBezTo>
                  <a:pt x="5567847" y="523903"/>
                  <a:pt x="5554717" y="520685"/>
                  <a:pt x="5570264" y="520350"/>
                </a:cubicBezTo>
                <a:cubicBezTo>
                  <a:pt x="5585811" y="520015"/>
                  <a:pt x="5604204" y="511612"/>
                  <a:pt x="5628698" y="520719"/>
                </a:cubicBezTo>
                <a:cubicBezTo>
                  <a:pt x="5647020" y="515874"/>
                  <a:pt x="5647491" y="526993"/>
                  <a:pt x="5667807" y="529861"/>
                </a:cubicBezTo>
                <a:cubicBezTo>
                  <a:pt x="5679016" y="533919"/>
                  <a:pt x="5693046" y="532742"/>
                  <a:pt x="5702300" y="535541"/>
                </a:cubicBezTo>
                <a:cubicBezTo>
                  <a:pt x="5711554" y="538340"/>
                  <a:pt x="5718870" y="538844"/>
                  <a:pt x="5725716" y="541891"/>
                </a:cubicBezTo>
                <a:cubicBezTo>
                  <a:pt x="5732562" y="544938"/>
                  <a:pt x="5734643" y="551045"/>
                  <a:pt x="5743374" y="553823"/>
                </a:cubicBezTo>
                <a:cubicBezTo>
                  <a:pt x="5752105" y="556601"/>
                  <a:pt x="5765759" y="561491"/>
                  <a:pt x="5775722" y="563322"/>
                </a:cubicBezTo>
                <a:cubicBezTo>
                  <a:pt x="5785685" y="565153"/>
                  <a:pt x="5784173" y="562319"/>
                  <a:pt x="5803154" y="564811"/>
                </a:cubicBezTo>
                <a:cubicBezTo>
                  <a:pt x="5834093" y="570132"/>
                  <a:pt x="5861956" y="573987"/>
                  <a:pt x="5896753" y="573511"/>
                </a:cubicBezTo>
                <a:cubicBezTo>
                  <a:pt x="5903276" y="583218"/>
                  <a:pt x="5913663" y="578812"/>
                  <a:pt x="5927554" y="573675"/>
                </a:cubicBezTo>
                <a:cubicBezTo>
                  <a:pt x="5953522" y="580755"/>
                  <a:pt x="5997380" y="586240"/>
                  <a:pt x="6041802" y="602069"/>
                </a:cubicBezTo>
                <a:cubicBezTo>
                  <a:pt x="6060710" y="611771"/>
                  <a:pt x="6064884" y="613437"/>
                  <a:pt x="6078434" y="616108"/>
                </a:cubicBezTo>
                <a:lnTo>
                  <a:pt x="6096000" y="619448"/>
                </a:lnTo>
                <a:lnTo>
                  <a:pt x="6096000" y="5455552"/>
                </a:lnTo>
                <a:lnTo>
                  <a:pt x="6069997" y="5451207"/>
                </a:lnTo>
                <a:cubicBezTo>
                  <a:pt x="6053823" y="5455294"/>
                  <a:pt x="6044686" y="5455132"/>
                  <a:pt x="6037984" y="5444964"/>
                </a:cubicBezTo>
                <a:cubicBezTo>
                  <a:pt x="5998377" y="5442843"/>
                  <a:pt x="5957550" y="5417208"/>
                  <a:pt x="5932185" y="5429303"/>
                </a:cubicBezTo>
                <a:cubicBezTo>
                  <a:pt x="5933795" y="5407890"/>
                  <a:pt x="5919598" y="5415926"/>
                  <a:pt x="5891978" y="5410773"/>
                </a:cubicBezTo>
                <a:cubicBezTo>
                  <a:pt x="5872223" y="5404775"/>
                  <a:pt x="5829555" y="5392164"/>
                  <a:pt x="5813654" y="5386399"/>
                </a:cubicBezTo>
                <a:cubicBezTo>
                  <a:pt x="5797753" y="5380634"/>
                  <a:pt x="5785570" y="5384842"/>
                  <a:pt x="5769613" y="5379294"/>
                </a:cubicBezTo>
                <a:cubicBezTo>
                  <a:pt x="5776777" y="5360980"/>
                  <a:pt x="5681621" y="5373475"/>
                  <a:pt x="5717914" y="5360029"/>
                </a:cubicBezTo>
                <a:cubicBezTo>
                  <a:pt x="5690732" y="5349118"/>
                  <a:pt x="5700727" y="5354575"/>
                  <a:pt x="5686355" y="5359511"/>
                </a:cubicBezTo>
                <a:cubicBezTo>
                  <a:pt x="5652173" y="5354756"/>
                  <a:pt x="5649150" y="5353330"/>
                  <a:pt x="5609707" y="5357833"/>
                </a:cubicBezTo>
                <a:cubicBezTo>
                  <a:pt x="5592195" y="5357127"/>
                  <a:pt x="5585993" y="5354659"/>
                  <a:pt x="5570413" y="5353209"/>
                </a:cubicBezTo>
                <a:cubicBezTo>
                  <a:pt x="5554833" y="5351759"/>
                  <a:pt x="5546238" y="5352814"/>
                  <a:pt x="5516227" y="5349136"/>
                </a:cubicBezTo>
                <a:cubicBezTo>
                  <a:pt x="5492490" y="5344525"/>
                  <a:pt x="5475257" y="5345814"/>
                  <a:pt x="5456088" y="5343158"/>
                </a:cubicBezTo>
                <a:cubicBezTo>
                  <a:pt x="5436918" y="5340503"/>
                  <a:pt x="5425237" y="5336331"/>
                  <a:pt x="5401214" y="5333202"/>
                </a:cubicBezTo>
                <a:cubicBezTo>
                  <a:pt x="5380590" y="5324458"/>
                  <a:pt x="5302803" y="5345416"/>
                  <a:pt x="5287223" y="5319212"/>
                </a:cubicBezTo>
                <a:cubicBezTo>
                  <a:pt x="5230819" y="5324494"/>
                  <a:pt x="5214860" y="5313910"/>
                  <a:pt x="5168498" y="5309267"/>
                </a:cubicBezTo>
                <a:cubicBezTo>
                  <a:pt x="5123665" y="5304413"/>
                  <a:pt x="5118021" y="5307363"/>
                  <a:pt x="5071189" y="5294765"/>
                </a:cubicBezTo>
                <a:cubicBezTo>
                  <a:pt x="5034607" y="5282205"/>
                  <a:pt x="5014978" y="5278240"/>
                  <a:pt x="4972297" y="5275521"/>
                </a:cubicBezTo>
                <a:cubicBezTo>
                  <a:pt x="4969126" y="5282935"/>
                  <a:pt x="4918210" y="5268072"/>
                  <a:pt x="4909975" y="5265882"/>
                </a:cubicBezTo>
                <a:cubicBezTo>
                  <a:pt x="4910918" y="5270758"/>
                  <a:pt x="4884027" y="5272900"/>
                  <a:pt x="4877057" y="5268795"/>
                </a:cubicBezTo>
                <a:cubicBezTo>
                  <a:pt x="4815399" y="5271659"/>
                  <a:pt x="4796579" y="5290311"/>
                  <a:pt x="4750368" y="5280515"/>
                </a:cubicBezTo>
                <a:cubicBezTo>
                  <a:pt x="4714297" y="5280446"/>
                  <a:pt x="4716019" y="5289985"/>
                  <a:pt x="4664197" y="5289876"/>
                </a:cubicBezTo>
                <a:cubicBezTo>
                  <a:pt x="4642396" y="5294034"/>
                  <a:pt x="4648926" y="5285802"/>
                  <a:pt x="4621801" y="5286109"/>
                </a:cubicBezTo>
                <a:cubicBezTo>
                  <a:pt x="4587181" y="5303707"/>
                  <a:pt x="4550367" y="5292240"/>
                  <a:pt x="4501450" y="5291718"/>
                </a:cubicBezTo>
                <a:cubicBezTo>
                  <a:pt x="4441618" y="5290413"/>
                  <a:pt x="4391602" y="5297669"/>
                  <a:pt x="4339538" y="5289896"/>
                </a:cubicBezTo>
                <a:cubicBezTo>
                  <a:pt x="4320399" y="5296143"/>
                  <a:pt x="4294824" y="5304547"/>
                  <a:pt x="4273798" y="5293687"/>
                </a:cubicBezTo>
                <a:cubicBezTo>
                  <a:pt x="4218595" y="5295417"/>
                  <a:pt x="4225039" y="5300366"/>
                  <a:pt x="4204001" y="5294046"/>
                </a:cubicBezTo>
                <a:cubicBezTo>
                  <a:pt x="4162118" y="5296469"/>
                  <a:pt x="4168874" y="5290927"/>
                  <a:pt x="4131013" y="5287923"/>
                </a:cubicBezTo>
                <a:cubicBezTo>
                  <a:pt x="4100184" y="5283304"/>
                  <a:pt x="4115521" y="5283729"/>
                  <a:pt x="4087000" y="5283169"/>
                </a:cubicBezTo>
                <a:cubicBezTo>
                  <a:pt x="4060034" y="5291706"/>
                  <a:pt x="4041568" y="5281154"/>
                  <a:pt x="4034328" y="5278941"/>
                </a:cubicBezTo>
                <a:cubicBezTo>
                  <a:pt x="4008845" y="5280382"/>
                  <a:pt x="3971113" y="5268624"/>
                  <a:pt x="3975385" y="5283804"/>
                </a:cubicBezTo>
                <a:cubicBezTo>
                  <a:pt x="3939593" y="5263231"/>
                  <a:pt x="3940927" y="5284115"/>
                  <a:pt x="3902682" y="5278816"/>
                </a:cubicBezTo>
                <a:cubicBezTo>
                  <a:pt x="3882526" y="5271283"/>
                  <a:pt x="3856417" y="5267233"/>
                  <a:pt x="3843763" y="5276642"/>
                </a:cubicBezTo>
                <a:cubicBezTo>
                  <a:pt x="3766863" y="5264696"/>
                  <a:pt x="3813381" y="5261088"/>
                  <a:pt x="3734981" y="5248544"/>
                </a:cubicBezTo>
                <a:cubicBezTo>
                  <a:pt x="3694311" y="5242227"/>
                  <a:pt x="3633976" y="5239795"/>
                  <a:pt x="3602355" y="5230777"/>
                </a:cubicBezTo>
                <a:cubicBezTo>
                  <a:pt x="3570735" y="5221759"/>
                  <a:pt x="3562983" y="5225833"/>
                  <a:pt x="3538517" y="5219315"/>
                </a:cubicBezTo>
                <a:cubicBezTo>
                  <a:pt x="3514052" y="5212798"/>
                  <a:pt x="3482747" y="5212305"/>
                  <a:pt x="3463058" y="5208965"/>
                </a:cubicBezTo>
                <a:cubicBezTo>
                  <a:pt x="3443369" y="5205624"/>
                  <a:pt x="3422900" y="5197673"/>
                  <a:pt x="3420380" y="5199276"/>
                </a:cubicBezTo>
                <a:cubicBezTo>
                  <a:pt x="3380714" y="5190779"/>
                  <a:pt x="3368868" y="5201274"/>
                  <a:pt x="3345184" y="5183516"/>
                </a:cubicBezTo>
                <a:cubicBezTo>
                  <a:pt x="3324916" y="5181274"/>
                  <a:pt x="3320333" y="5179327"/>
                  <a:pt x="3298771" y="5178904"/>
                </a:cubicBezTo>
                <a:cubicBezTo>
                  <a:pt x="3277209" y="5178481"/>
                  <a:pt x="3245843" y="5181014"/>
                  <a:pt x="3215809" y="5180977"/>
                </a:cubicBezTo>
                <a:cubicBezTo>
                  <a:pt x="3184688" y="5182696"/>
                  <a:pt x="3183910" y="5199151"/>
                  <a:pt x="3154917" y="5182487"/>
                </a:cubicBezTo>
                <a:cubicBezTo>
                  <a:pt x="3155210" y="5186026"/>
                  <a:pt x="3140142" y="5187176"/>
                  <a:pt x="3136265" y="5187060"/>
                </a:cubicBezTo>
                <a:lnTo>
                  <a:pt x="3105563" y="5188768"/>
                </a:lnTo>
                <a:lnTo>
                  <a:pt x="3102974" y="5183180"/>
                </a:lnTo>
                <a:cubicBezTo>
                  <a:pt x="3091506" y="5180875"/>
                  <a:pt x="3071814" y="5186387"/>
                  <a:pt x="3060354" y="5187376"/>
                </a:cubicBezTo>
                <a:lnTo>
                  <a:pt x="3034213" y="5189113"/>
                </a:lnTo>
                <a:lnTo>
                  <a:pt x="3024272" y="5188328"/>
                </a:lnTo>
                <a:lnTo>
                  <a:pt x="3020033" y="5188388"/>
                </a:lnTo>
                <a:lnTo>
                  <a:pt x="3009083" y="5184215"/>
                </a:lnTo>
                <a:cubicBezTo>
                  <a:pt x="2998901" y="5183170"/>
                  <a:pt x="2991286" y="5176456"/>
                  <a:pt x="2985198" y="5175435"/>
                </a:cubicBezTo>
                <a:cubicBezTo>
                  <a:pt x="2979110" y="5174414"/>
                  <a:pt x="2977314" y="5182166"/>
                  <a:pt x="2972552" y="5178092"/>
                </a:cubicBezTo>
                <a:cubicBezTo>
                  <a:pt x="2978585" y="5175121"/>
                  <a:pt x="2969122" y="5172700"/>
                  <a:pt x="2964948" y="5170542"/>
                </a:cubicBezTo>
                <a:lnTo>
                  <a:pt x="2927081" y="5167883"/>
                </a:lnTo>
                <a:cubicBezTo>
                  <a:pt x="2881315" y="5170765"/>
                  <a:pt x="2897505" y="5157632"/>
                  <a:pt x="2883507" y="5165948"/>
                </a:cubicBezTo>
                <a:cubicBezTo>
                  <a:pt x="2848802" y="5172562"/>
                  <a:pt x="2841183" y="5172540"/>
                  <a:pt x="2828808" y="5171024"/>
                </a:cubicBezTo>
                <a:cubicBezTo>
                  <a:pt x="2789723" y="5176358"/>
                  <a:pt x="2783598" y="5178552"/>
                  <a:pt x="2733350" y="5182954"/>
                </a:cubicBezTo>
                <a:cubicBezTo>
                  <a:pt x="2705294" y="5195484"/>
                  <a:pt x="2697276" y="5196299"/>
                  <a:pt x="2676026" y="5201528"/>
                </a:cubicBezTo>
                <a:cubicBezTo>
                  <a:pt x="2649850" y="5209688"/>
                  <a:pt x="2656777" y="5215631"/>
                  <a:pt x="2624966" y="5219503"/>
                </a:cubicBezTo>
                <a:cubicBezTo>
                  <a:pt x="2608822" y="5223802"/>
                  <a:pt x="2596717" y="5233960"/>
                  <a:pt x="2586657" y="5237693"/>
                </a:cubicBezTo>
                <a:cubicBezTo>
                  <a:pt x="2576598" y="5241426"/>
                  <a:pt x="2572560" y="5240215"/>
                  <a:pt x="2555604" y="5242950"/>
                </a:cubicBezTo>
                <a:cubicBezTo>
                  <a:pt x="2544327" y="5242024"/>
                  <a:pt x="2507818" y="5241999"/>
                  <a:pt x="2501014" y="5243732"/>
                </a:cubicBezTo>
                <a:cubicBezTo>
                  <a:pt x="2481627" y="5253849"/>
                  <a:pt x="2464234" y="5242512"/>
                  <a:pt x="2430333" y="5242347"/>
                </a:cubicBezTo>
                <a:lnTo>
                  <a:pt x="2390297" y="5243718"/>
                </a:lnTo>
                <a:cubicBezTo>
                  <a:pt x="2383025" y="5238323"/>
                  <a:pt x="2325738" y="5236407"/>
                  <a:pt x="2321676" y="5229096"/>
                </a:cubicBezTo>
                <a:cubicBezTo>
                  <a:pt x="2300682" y="5221752"/>
                  <a:pt x="2300605" y="5203239"/>
                  <a:pt x="2268081" y="5196194"/>
                </a:cubicBezTo>
                <a:cubicBezTo>
                  <a:pt x="2250549" y="5189151"/>
                  <a:pt x="2260291" y="5206888"/>
                  <a:pt x="2216485" y="5186836"/>
                </a:cubicBezTo>
                <a:cubicBezTo>
                  <a:pt x="2176812" y="5155811"/>
                  <a:pt x="2009284" y="5133290"/>
                  <a:pt x="2001494" y="5079343"/>
                </a:cubicBezTo>
                <a:cubicBezTo>
                  <a:pt x="1930452" y="5061834"/>
                  <a:pt x="1990088" y="5062662"/>
                  <a:pt x="1894629" y="5047832"/>
                </a:cubicBezTo>
                <a:cubicBezTo>
                  <a:pt x="1809963" y="5035276"/>
                  <a:pt x="1557661" y="5013588"/>
                  <a:pt x="1500237" y="4994679"/>
                </a:cubicBezTo>
                <a:cubicBezTo>
                  <a:pt x="1422590" y="4985100"/>
                  <a:pt x="1462550" y="4984560"/>
                  <a:pt x="1428745" y="4990358"/>
                </a:cubicBezTo>
                <a:cubicBezTo>
                  <a:pt x="1371818" y="4998904"/>
                  <a:pt x="1368586" y="4981591"/>
                  <a:pt x="1331117" y="4982813"/>
                </a:cubicBezTo>
                <a:cubicBezTo>
                  <a:pt x="1275392" y="4969813"/>
                  <a:pt x="1167811" y="4963517"/>
                  <a:pt x="1094400" y="4949677"/>
                </a:cubicBezTo>
                <a:cubicBezTo>
                  <a:pt x="1032555" y="4940283"/>
                  <a:pt x="1020613" y="4926459"/>
                  <a:pt x="960420" y="4921601"/>
                </a:cubicBezTo>
                <a:cubicBezTo>
                  <a:pt x="926461" y="4913284"/>
                  <a:pt x="907935" y="4932317"/>
                  <a:pt x="890651" y="4899776"/>
                </a:cubicBezTo>
                <a:cubicBezTo>
                  <a:pt x="868932" y="4886871"/>
                  <a:pt x="828943" y="4886321"/>
                  <a:pt x="792786" y="4879490"/>
                </a:cubicBezTo>
                <a:cubicBezTo>
                  <a:pt x="774601" y="4877972"/>
                  <a:pt x="755410" y="4883422"/>
                  <a:pt x="715957" y="4873155"/>
                </a:cubicBezTo>
                <a:cubicBezTo>
                  <a:pt x="685950" y="4865367"/>
                  <a:pt x="651097" y="4849744"/>
                  <a:pt x="647625" y="4870967"/>
                </a:cubicBezTo>
                <a:cubicBezTo>
                  <a:pt x="617175" y="4843306"/>
                  <a:pt x="628363" y="4862320"/>
                  <a:pt x="588833" y="4861867"/>
                </a:cubicBezTo>
                <a:cubicBezTo>
                  <a:pt x="485840" y="4832827"/>
                  <a:pt x="444489" y="4851587"/>
                  <a:pt x="366769" y="4836563"/>
                </a:cubicBezTo>
                <a:cubicBezTo>
                  <a:pt x="347086" y="4818158"/>
                  <a:pt x="343282" y="4863016"/>
                  <a:pt x="293285" y="4819988"/>
                </a:cubicBezTo>
                <a:cubicBezTo>
                  <a:pt x="289569" y="4822136"/>
                  <a:pt x="267030" y="4799681"/>
                  <a:pt x="251789" y="4793960"/>
                </a:cubicBezTo>
                <a:cubicBezTo>
                  <a:pt x="236548" y="4788239"/>
                  <a:pt x="215411" y="4786648"/>
                  <a:pt x="201835" y="4785664"/>
                </a:cubicBezTo>
                <a:cubicBezTo>
                  <a:pt x="188258" y="4784679"/>
                  <a:pt x="186209" y="4788050"/>
                  <a:pt x="170329" y="4788050"/>
                </a:cubicBezTo>
                <a:cubicBezTo>
                  <a:pt x="154448" y="4788050"/>
                  <a:pt x="132774" y="4775085"/>
                  <a:pt x="103478" y="4797957"/>
                </a:cubicBezTo>
                <a:cubicBezTo>
                  <a:pt x="89551" y="4796239"/>
                  <a:pt x="97852" y="4783571"/>
                  <a:pt x="86767" y="4777747"/>
                </a:cubicBezTo>
                <a:cubicBezTo>
                  <a:pt x="81225" y="4774835"/>
                  <a:pt x="72809" y="4772046"/>
                  <a:pt x="63762" y="4769537"/>
                </a:cubicBezTo>
                <a:lnTo>
                  <a:pt x="37001" y="4763022"/>
                </a:lnTo>
                <a:lnTo>
                  <a:pt x="37482" y="4761597"/>
                </a:lnTo>
                <a:cubicBezTo>
                  <a:pt x="35277" y="4760236"/>
                  <a:pt x="31697" y="4759001"/>
                  <a:pt x="30394" y="4758901"/>
                </a:cubicBezTo>
                <a:cubicBezTo>
                  <a:pt x="29091" y="4758801"/>
                  <a:pt x="30066" y="4759837"/>
                  <a:pt x="36971" y="4763015"/>
                </a:cubicBezTo>
                <a:lnTo>
                  <a:pt x="37001" y="4763022"/>
                </a:lnTo>
                <a:lnTo>
                  <a:pt x="36315" y="4765055"/>
                </a:lnTo>
                <a:cubicBezTo>
                  <a:pt x="32115" y="4765663"/>
                  <a:pt x="22886" y="4765389"/>
                  <a:pt x="4975" y="4763227"/>
                </a:cubicBezTo>
                <a:lnTo>
                  <a:pt x="0" y="476242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18302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2B783EE-0239-4717-BBEA-8C9EAC61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8088BAF4-6A25-4921-80FF-AD1574730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8" y="178392"/>
            <a:ext cx="5120561" cy="1325563"/>
          </a:xfrm>
        </p:spPr>
        <p:txBody>
          <a:bodyPr>
            <a:normAutofit/>
          </a:bodyPr>
          <a:lstStyle/>
          <a:p>
            <a:r>
              <a:rPr lang="he-IL" b="1" u="sng" dirty="0">
                <a:solidFill>
                  <a:srgbClr val="FFC000"/>
                </a:solidFill>
                <a:cs typeface="+mn-cs"/>
              </a:rPr>
              <a:t>סקירה כללית:</a:t>
            </a:r>
            <a:endParaRPr lang="he-IL" b="1" u="sng" dirty="0">
              <a:solidFill>
                <a:srgbClr val="FFC000"/>
              </a:solidFill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9C95330-277F-45CA-8EB1-198C4A8F9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58" y="1364732"/>
            <a:ext cx="6088176" cy="5493268"/>
          </a:xfrm>
        </p:spPr>
        <p:txBody>
          <a:bodyPr>
            <a:normAutofit/>
          </a:bodyPr>
          <a:lstStyle/>
          <a:p>
            <a:r>
              <a:rPr lang="he-IL" sz="2500" dirty="0"/>
              <a:t>אסלאם היא דת מונותאיסטית </a:t>
            </a:r>
            <a:r>
              <a:rPr lang="he-IL" sz="2500" dirty="0" err="1"/>
              <a:t>אברהאמית</a:t>
            </a:r>
            <a:r>
              <a:rPr lang="he-IL" sz="2500" dirty="0"/>
              <a:t> שמבוססת במהותה על כניעה לאללה ועבודה מוקפדת על "</a:t>
            </a:r>
            <a:r>
              <a:rPr lang="he-IL" sz="2500" dirty="0" err="1"/>
              <a:t>סונת</a:t>
            </a:r>
            <a:r>
              <a:rPr lang="he-IL" sz="2500" dirty="0"/>
              <a:t>" אללה.</a:t>
            </a:r>
          </a:p>
          <a:p>
            <a:pPr marL="0" indent="0">
              <a:buNone/>
            </a:pPr>
            <a:endParaRPr lang="he-IL" sz="2500" dirty="0"/>
          </a:p>
          <a:p>
            <a:r>
              <a:rPr lang="he-IL" sz="2500" dirty="0"/>
              <a:t>לפי המחקר העדכני היום יש בעולם 1.8 מיליארד מוסלמים, מוגדרים הקבוצה הדתית השנייה הכי גדולה בעולם.</a:t>
            </a:r>
          </a:p>
          <a:p>
            <a:pPr marL="0" indent="0">
              <a:buNone/>
            </a:pPr>
            <a:endParaRPr lang="he-IL" sz="2500" dirty="0"/>
          </a:p>
          <a:p>
            <a:r>
              <a:rPr lang="he-IL" sz="2500" dirty="0"/>
              <a:t>הספר המרכזי של האסלם הוא הקוראן, ובנוסף ישנם שני ספרי פרשנות והסבר, </a:t>
            </a:r>
            <a:r>
              <a:rPr lang="he-IL" sz="2500" dirty="0" err="1"/>
              <a:t>חדית</a:t>
            </a:r>
            <a:r>
              <a:rPr lang="he-IL" sz="2500" dirty="0"/>
              <a:t>' וסירה, שתפקידם להסביר להמון המוסלמי איך לפרש ולחיות את דבר הקוראן. </a:t>
            </a:r>
          </a:p>
          <a:p>
            <a:pPr marL="0" indent="0">
              <a:buNone/>
            </a:pPr>
            <a:endParaRPr lang="he-IL" sz="2500" dirty="0"/>
          </a:p>
        </p:txBody>
      </p:sp>
      <p:sp>
        <p:nvSpPr>
          <p:cNvPr id="26" name="Oval 22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תמונה 8" descr="תמונה שמכילה טקסט&#10;&#10;התיאור נוצר באופן אוטומטי">
            <a:extLst>
              <a:ext uri="{FF2B5EF4-FFF2-40B4-BE49-F238E27FC236}">
                <a16:creationId xmlns:a16="http://schemas.microsoft.com/office/drawing/2014/main" id="{08E39390-7184-4F67-BB7A-F9BA51A5C9A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60" r="13596" b="-1"/>
          <a:stretch/>
        </p:blipFill>
        <p:spPr>
          <a:xfrm>
            <a:off x="7915517" y="2679024"/>
            <a:ext cx="4290741" cy="4130271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</p:pic>
      <p:sp>
        <p:nvSpPr>
          <p:cNvPr id="25" name="Arc 24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תמונה 10">
            <a:extLst>
              <a:ext uri="{FF2B5EF4-FFF2-40B4-BE49-F238E27FC236}">
                <a16:creationId xmlns:a16="http://schemas.microsoft.com/office/drawing/2014/main" id="{A1978E1B-B3D5-47A8-8191-F8409A8235E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10" r="4" b="2735"/>
          <a:stretch/>
        </p:blipFill>
        <p:spPr>
          <a:xfrm>
            <a:off x="6096000" y="126263"/>
            <a:ext cx="3519312" cy="3007909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437753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83F3CA0-C801-4775-A17B-3A3C414EB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FCAB341-7BA4-4B1D-8AD2-D3C636E6D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2050" name="Picture 2" descr="Opinion | Islam: The religion of love, tolerance, and moderation - Egypt  Independent">
            <a:extLst>
              <a:ext uri="{FF2B5EF4-FFF2-40B4-BE49-F238E27FC236}">
                <a16:creationId xmlns:a16="http://schemas.microsoft.com/office/drawing/2014/main" id="{2C3BAC00-44E7-44C5-9580-DA2B05864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3238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D2B783EE-0239-4717-BBEA-8C9EAC61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8088BAF4-6A25-4921-80FF-AD1574730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178392"/>
            <a:ext cx="5120561" cy="1325563"/>
          </a:xfrm>
        </p:spPr>
        <p:txBody>
          <a:bodyPr>
            <a:normAutofit/>
          </a:bodyPr>
          <a:lstStyle/>
          <a:p>
            <a:r>
              <a:rPr lang="he-IL" b="1" u="sng" dirty="0">
                <a:solidFill>
                  <a:srgbClr val="FFC000"/>
                </a:solidFill>
                <a:cs typeface="+mn-cs"/>
              </a:rPr>
              <a:t>היסטוריה והתפתחות</a:t>
            </a:r>
            <a:br>
              <a:rPr lang="he-IL" b="1" u="sng" dirty="0">
                <a:solidFill>
                  <a:srgbClr val="FFC000"/>
                </a:solidFill>
              </a:rPr>
            </a:br>
            <a:endParaRPr lang="he-IL" b="1" u="sng" dirty="0">
              <a:solidFill>
                <a:srgbClr val="FFC000"/>
              </a:solidFill>
            </a:endParaRPr>
          </a:p>
        </p:txBody>
      </p:sp>
      <p:sp>
        <p:nvSpPr>
          <p:cNvPr id="64" name="מציין מיקום תוכן 2">
            <a:extLst>
              <a:ext uri="{FF2B5EF4-FFF2-40B4-BE49-F238E27FC236}">
                <a16:creationId xmlns:a16="http://schemas.microsoft.com/office/drawing/2014/main" id="{D9C95330-277F-45CA-8EB1-198C4A8F96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19482"/>
            <a:ext cx="6096000" cy="6746292"/>
          </a:xfrm>
        </p:spPr>
        <p:txBody>
          <a:bodyPr>
            <a:noAutofit/>
          </a:bodyPr>
          <a:lstStyle/>
          <a:p>
            <a:r>
              <a:rPr lang="he-IL" sz="2500" dirty="0"/>
              <a:t>האסלאם התחיל להתפתח במאה השביעית לספירה בערב הסעודית ובחצי האי ערב, כדת </a:t>
            </a:r>
            <a:r>
              <a:rPr lang="he-IL" sz="2500" dirty="0" err="1"/>
              <a:t>סינקרטיסטית</a:t>
            </a:r>
            <a:r>
              <a:rPr lang="he-IL" sz="2500" dirty="0"/>
              <a:t>  תחת הנהגתו של מוחמד.</a:t>
            </a:r>
          </a:p>
          <a:p>
            <a:endParaRPr lang="he-IL" sz="2500" dirty="0"/>
          </a:p>
          <a:p>
            <a:r>
              <a:rPr lang="he-IL" sz="2500" dirty="0"/>
              <a:t>באסלאם ישנם עקרונות שונים שיכולים להיות מזוהים עם היהדות אך גם עם הנצרות ובנוסף מנהגים רבים מזוהים עם מנהגי מסורות ערביות קדומות מהאזור של חצי האי ערב.</a:t>
            </a:r>
          </a:p>
          <a:p>
            <a:pPr marL="0" indent="0">
              <a:buNone/>
            </a:pPr>
            <a:endParaRPr lang="he-IL" sz="2500" dirty="0"/>
          </a:p>
          <a:p>
            <a:r>
              <a:rPr lang="he-IL" sz="2500" dirty="0"/>
              <a:t>על מקורה של האסלם יש כמה אסכולות, חלקן טוענות שהאסלם היא ניסיון למסד שבטים ערבים, בעוד אחרים טוענים שמדובר בקבוצה משיחית יהודית שסחפה אחריה המון ערבי.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3E96A216-A343-498A-B20E-B087DE9D1C9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0"/>
          <a:stretch/>
        </p:blipFill>
        <p:spPr>
          <a:xfrm>
            <a:off x="7186863" y="2727729"/>
            <a:ext cx="5005137" cy="4130271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</p:pic>
      <p:sp>
        <p:nvSpPr>
          <p:cNvPr id="73" name="Arc 72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תמונה 4" descr="תמונה שמכילה טקסט, ציור&#10;&#10;התיאור נוצר באופן אוטומטי">
            <a:extLst>
              <a:ext uri="{FF2B5EF4-FFF2-40B4-BE49-F238E27FC236}">
                <a16:creationId xmlns:a16="http://schemas.microsoft.com/office/drawing/2014/main" id="{18A87DC4-8466-4D82-8FCE-07CE8B0AC2B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70" r="12874" b="1"/>
          <a:stretch/>
        </p:blipFill>
        <p:spPr>
          <a:xfrm>
            <a:off x="6252634" y="178392"/>
            <a:ext cx="3519312" cy="3007909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98213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AD96FDFD-4E42-4A06-B8B5-768A1DB9C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C9ECB1C1-172C-49A3-AD89-B3286785C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9290" y="-211870"/>
            <a:ext cx="3609567" cy="1658639"/>
          </a:xfr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n-US" kern="1200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מאפייני הדת</a:t>
            </a:r>
            <a:br>
              <a:rPr lang="en-US" kern="1200" dirty="0">
                <a:latin typeface="+mj-lt"/>
                <a:ea typeface="+mj-ea"/>
                <a:cs typeface="+mj-cs"/>
              </a:rPr>
            </a:b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8F2B4FE5-9102-4C07-9E95-17A809BCF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835" y="942534"/>
            <a:ext cx="7517963" cy="5915465"/>
          </a:xfrm>
        </p:spPr>
        <p:txBody>
          <a:bodyPr>
            <a:normAutofit/>
          </a:bodyPr>
          <a:lstStyle/>
          <a:p>
            <a:r>
              <a:rPr lang="he-IL" sz="2000" dirty="0"/>
              <a:t>חגים ומועדים באסלאם מציינים בדרך כלל מאורעות המצוינים בקוראן, הנסובים בדרך כלל סביב מעשי הנביא מוחמד.</a:t>
            </a:r>
          </a:p>
          <a:p>
            <a:r>
              <a:rPr lang="he-IL" sz="2000" dirty="0"/>
              <a:t>שני החגים העיקריים באסלאם הם עיד אל-פיטר ועיד אל-</a:t>
            </a:r>
            <a:r>
              <a:rPr lang="he-IL" sz="2000" dirty="0" err="1"/>
              <a:t>אצ'חא</a:t>
            </a:r>
            <a:r>
              <a:rPr lang="he-IL" sz="2000" dirty="0"/>
              <a:t> (חג הקורבן).</a:t>
            </a:r>
          </a:p>
          <a:p>
            <a:r>
              <a:rPr lang="he-IL" sz="2000" dirty="0"/>
              <a:t>החגים המוסלמיים נקבעים על פי לוח שנה ירחי ועל כן תאריכם משתנה בלוח השנה הלועזי.</a:t>
            </a:r>
          </a:p>
          <a:p>
            <a:endParaRPr lang="he-IL" sz="2000" dirty="0"/>
          </a:p>
          <a:p>
            <a:r>
              <a:rPr lang="he-IL" sz="2000" dirty="0"/>
              <a:t>במהלך חודש הרמדאן צמים המוסלמים מדי יום מעלות השחר ועד השקיעה בנוסף יש </a:t>
            </a:r>
            <a:r>
              <a:rPr lang="he-IL" sz="2000" dirty="0" err="1"/>
              <a:t>איסוור</a:t>
            </a:r>
            <a:r>
              <a:rPr lang="he-IL" sz="2000" dirty="0"/>
              <a:t> על הנאות שונות ומטרת הצום על פי הקוראן, היא להפוך את המוסלמים למאמינים אדוקים יותר.</a:t>
            </a:r>
          </a:p>
          <a:p>
            <a:endParaRPr lang="he-IL" sz="2000" dirty="0"/>
          </a:p>
          <a:p>
            <a:r>
              <a:rPr lang="he-IL" sz="2000" dirty="0"/>
              <a:t>חג הקורבן עיד אל-</a:t>
            </a:r>
            <a:r>
              <a:rPr lang="he-IL" sz="2000" dirty="0" err="1"/>
              <a:t>אדחא</a:t>
            </a:r>
            <a:r>
              <a:rPr lang="he-IL" sz="2000" dirty="0"/>
              <a:t> המכונה גם "החג הגדול" הנחגג החל מהיום העשירי של החודש האחרון בלוח המוסלמי, שנמשך ארבעה ימים</a:t>
            </a:r>
          </a:p>
          <a:p>
            <a:r>
              <a:rPr lang="he-IL" sz="2000" dirty="0"/>
              <a:t>בחג זה חוגגים המוסלמים את אדיקותו של הנביא אברהים שנכון היה להקריב את בנו ישמעאל לאלוהים בחג מקריבים המוסלמים בעל חיים בהודיה לאללה על שהציל את ישמעאל.</a:t>
            </a:r>
          </a:p>
          <a:p>
            <a:endParaRPr lang="en-US" sz="2000" dirty="0"/>
          </a:p>
        </p:txBody>
      </p:sp>
      <p:pic>
        <p:nvPicPr>
          <p:cNvPr id="9" name="תמונה 8" descr="תמונה שמכילה צלחת, כמה&#10;&#10;התיאור נוצר באופן אוטומטי">
            <a:extLst>
              <a:ext uri="{FF2B5EF4-FFF2-40B4-BE49-F238E27FC236}">
                <a16:creationId xmlns:a16="http://schemas.microsoft.com/office/drawing/2014/main" id="{6F27276D-9D00-4FC8-8FFC-88D96A9B5E6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65" r="15942" b="2"/>
          <a:stretch/>
        </p:blipFill>
        <p:spPr>
          <a:xfrm>
            <a:off x="9477371" y="4559812"/>
            <a:ext cx="2711581" cy="2298187"/>
          </a:xfrm>
          <a:custGeom>
            <a:avLst/>
            <a:gdLst/>
            <a:ahLst/>
            <a:cxnLst/>
            <a:rect l="l" t="t" r="r" b="b"/>
            <a:pathLst>
              <a:path w="3747932" h="3176541">
                <a:moveTo>
                  <a:pt x="3239865" y="21"/>
                </a:moveTo>
                <a:cubicBezTo>
                  <a:pt x="3261821" y="112"/>
                  <a:pt x="3278837" y="498"/>
                  <a:pt x="3290337" y="938"/>
                </a:cubicBezTo>
                <a:cubicBezTo>
                  <a:pt x="3401766" y="5376"/>
                  <a:pt x="3510165" y="23128"/>
                  <a:pt x="3616543" y="49449"/>
                </a:cubicBezTo>
                <a:lnTo>
                  <a:pt x="3747932" y="87091"/>
                </a:lnTo>
                <a:lnTo>
                  <a:pt x="3747932" y="3176541"/>
                </a:lnTo>
                <a:lnTo>
                  <a:pt x="401358" y="3176541"/>
                </a:lnTo>
                <a:lnTo>
                  <a:pt x="398780" y="3136258"/>
                </a:lnTo>
                <a:cubicBezTo>
                  <a:pt x="400956" y="3079023"/>
                  <a:pt x="437945" y="3052703"/>
                  <a:pt x="483325" y="3030665"/>
                </a:cubicBezTo>
                <a:cubicBezTo>
                  <a:pt x="498866" y="3023015"/>
                  <a:pt x="520932" y="3023320"/>
                  <a:pt x="526840" y="2999447"/>
                </a:cubicBezTo>
                <a:cubicBezTo>
                  <a:pt x="501352" y="2976798"/>
                  <a:pt x="470270" y="2995161"/>
                  <a:pt x="442916" y="2988735"/>
                </a:cubicBezTo>
                <a:cubicBezTo>
                  <a:pt x="420228" y="2983533"/>
                  <a:pt x="382618" y="2986286"/>
                  <a:pt x="413701" y="2944662"/>
                </a:cubicBezTo>
                <a:cubicBezTo>
                  <a:pt x="422716" y="2932726"/>
                  <a:pt x="412147" y="2923542"/>
                  <a:pt x="400645" y="2922625"/>
                </a:cubicBezTo>
                <a:cubicBezTo>
                  <a:pt x="308644" y="2913137"/>
                  <a:pt x="350915" y="2828968"/>
                  <a:pt x="321386" y="2784590"/>
                </a:cubicBezTo>
                <a:cubicBezTo>
                  <a:pt x="313307" y="2772348"/>
                  <a:pt x="322010" y="2751230"/>
                  <a:pt x="334753" y="2746027"/>
                </a:cubicBezTo>
                <a:cubicBezTo>
                  <a:pt x="416187" y="2711746"/>
                  <a:pt x="427377" y="2630027"/>
                  <a:pt x="466852" y="2559632"/>
                </a:cubicBezTo>
                <a:cubicBezTo>
                  <a:pt x="423957" y="2531782"/>
                  <a:pt x="372673" y="2525661"/>
                  <a:pt x="326361" y="2507602"/>
                </a:cubicBezTo>
                <a:cubicBezTo>
                  <a:pt x="278183" y="2488626"/>
                  <a:pt x="278183" y="2474547"/>
                  <a:pt x="317968" y="2419457"/>
                </a:cubicBezTo>
                <a:cubicBezTo>
                  <a:pt x="214465" y="2407519"/>
                  <a:pt x="214465" y="2407519"/>
                  <a:pt x="246479" y="2320903"/>
                </a:cubicBezTo>
                <a:cubicBezTo>
                  <a:pt x="159758" y="2312945"/>
                  <a:pt x="102570" y="2271933"/>
                  <a:pt x="89205" y="2182255"/>
                </a:cubicBezTo>
                <a:cubicBezTo>
                  <a:pt x="82677" y="2138795"/>
                  <a:pt x="43514" y="2118290"/>
                  <a:pt x="0" y="2089213"/>
                </a:cubicBezTo>
                <a:cubicBezTo>
                  <a:pt x="54081" y="2061053"/>
                  <a:pt x="90759" y="2002290"/>
                  <a:pt x="153855" y="2064423"/>
                </a:cubicBezTo>
                <a:cubicBezTo>
                  <a:pt x="176855" y="2087070"/>
                  <a:pt x="174683" y="2058300"/>
                  <a:pt x="177788" y="2050037"/>
                </a:cubicBezTo>
                <a:cubicBezTo>
                  <a:pt x="185247" y="2029838"/>
                  <a:pt x="169707" y="2016369"/>
                  <a:pt x="159450" y="2001067"/>
                </a:cubicBezTo>
                <a:cubicBezTo>
                  <a:pt x="149504" y="1985763"/>
                  <a:pt x="137691" y="1969543"/>
                  <a:pt x="134895" y="1952400"/>
                </a:cubicBezTo>
                <a:cubicBezTo>
                  <a:pt x="133031" y="1940465"/>
                  <a:pt x="142044" y="1923021"/>
                  <a:pt x="151990" y="1914144"/>
                </a:cubicBezTo>
                <a:cubicBezTo>
                  <a:pt x="204209" y="1867316"/>
                  <a:pt x="173127" y="1762030"/>
                  <a:pt x="271969" y="1748562"/>
                </a:cubicBezTo>
                <a:cubicBezTo>
                  <a:pt x="316415" y="1742443"/>
                  <a:pt x="337860" y="1703878"/>
                  <a:pt x="370497" y="1682760"/>
                </a:cubicBezTo>
                <a:cubicBezTo>
                  <a:pt x="483946" y="1608999"/>
                  <a:pt x="559787" y="1514119"/>
                  <a:pt x="594908" y="1383735"/>
                </a:cubicBezTo>
                <a:cubicBezTo>
                  <a:pt x="604543" y="1347620"/>
                  <a:pt x="641532" y="1318542"/>
                  <a:pt x="665465" y="1286713"/>
                </a:cubicBezTo>
                <a:cubicBezTo>
                  <a:pt x="653963" y="1263452"/>
                  <a:pt x="591178" y="1313647"/>
                  <a:pt x="613246" y="1252435"/>
                </a:cubicBezTo>
                <a:cubicBezTo>
                  <a:pt x="630030" y="1206524"/>
                  <a:pt x="672925" y="1178060"/>
                  <a:pt x="713332" y="1150820"/>
                </a:cubicBezTo>
                <a:cubicBezTo>
                  <a:pt x="759333" y="1119908"/>
                  <a:pt x="810307" y="1095117"/>
                  <a:pt x="831133" y="1037883"/>
                </a:cubicBezTo>
                <a:cubicBezTo>
                  <a:pt x="835485" y="1025640"/>
                  <a:pt x="849470" y="1012785"/>
                  <a:pt x="861903" y="1007887"/>
                </a:cubicBezTo>
                <a:cubicBezTo>
                  <a:pt x="1469751" y="63584"/>
                  <a:pt x="2910527" y="-1353"/>
                  <a:pt x="3239865" y="21"/>
                </a:cubicBezTo>
                <a:close/>
              </a:path>
            </a:pathLst>
          </a:custGeom>
        </p:spPr>
      </p:pic>
      <p:pic>
        <p:nvPicPr>
          <p:cNvPr id="7" name="מציין מיקום תוכן 6">
            <a:extLst>
              <a:ext uri="{FF2B5EF4-FFF2-40B4-BE49-F238E27FC236}">
                <a16:creationId xmlns:a16="http://schemas.microsoft.com/office/drawing/2014/main" id="{284FBDAB-5742-48EB-BBBE-CFC0741E486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29" r="16204" b="-2"/>
          <a:stretch/>
        </p:blipFill>
        <p:spPr>
          <a:xfrm>
            <a:off x="8083107" y="2398854"/>
            <a:ext cx="2750054" cy="2764286"/>
          </a:xfrm>
          <a:custGeom>
            <a:avLst/>
            <a:gdLst/>
            <a:ahLst/>
            <a:cxnLst/>
            <a:rect l="l" t="t" r="r" b="b"/>
            <a:pathLst>
              <a:path w="3458367" h="3476265">
                <a:moveTo>
                  <a:pt x="549716" y="15"/>
                </a:moveTo>
                <a:cubicBezTo>
                  <a:pt x="557611" y="271"/>
                  <a:pt x="565778" y="3856"/>
                  <a:pt x="573176" y="4995"/>
                </a:cubicBezTo>
                <a:cubicBezTo>
                  <a:pt x="736504" y="30493"/>
                  <a:pt x="899830" y="58040"/>
                  <a:pt x="1063336" y="82398"/>
                </a:cubicBezTo>
                <a:cubicBezTo>
                  <a:pt x="1216195" y="105163"/>
                  <a:pt x="1370136" y="110398"/>
                  <a:pt x="1523717" y="122237"/>
                </a:cubicBezTo>
                <a:cubicBezTo>
                  <a:pt x="1709602" y="136580"/>
                  <a:pt x="1895127" y="156841"/>
                  <a:pt x="2079929" y="188711"/>
                </a:cubicBezTo>
                <a:cubicBezTo>
                  <a:pt x="2208244" y="211023"/>
                  <a:pt x="2337823" y="226502"/>
                  <a:pt x="2467943" y="208745"/>
                </a:cubicBezTo>
                <a:cubicBezTo>
                  <a:pt x="2474439" y="207834"/>
                  <a:pt x="2481839" y="204876"/>
                  <a:pt x="2487253" y="207834"/>
                </a:cubicBezTo>
                <a:cubicBezTo>
                  <a:pt x="2550419" y="241073"/>
                  <a:pt x="2619357" y="217168"/>
                  <a:pt x="2684869" y="238113"/>
                </a:cubicBezTo>
                <a:cubicBezTo>
                  <a:pt x="2668085" y="318930"/>
                  <a:pt x="2596077" y="312327"/>
                  <a:pt x="2555471" y="368331"/>
                </a:cubicBezTo>
                <a:cubicBezTo>
                  <a:pt x="2621704" y="390639"/>
                  <a:pt x="2681259" y="413178"/>
                  <a:pt x="2741717" y="430023"/>
                </a:cubicBezTo>
                <a:cubicBezTo>
                  <a:pt x="2805785" y="447780"/>
                  <a:pt x="2860106" y="495816"/>
                  <a:pt x="2922728" y="517216"/>
                </a:cubicBezTo>
                <a:cubicBezTo>
                  <a:pt x="2936085" y="521769"/>
                  <a:pt x="2952146" y="537704"/>
                  <a:pt x="2956838" y="553184"/>
                </a:cubicBezTo>
                <a:cubicBezTo>
                  <a:pt x="2971997" y="603269"/>
                  <a:pt x="3274647" y="743732"/>
                  <a:pt x="3238914" y="788350"/>
                </a:cubicBezTo>
                <a:cubicBezTo>
                  <a:pt x="3224116" y="806791"/>
                  <a:pt x="3204986" y="819994"/>
                  <a:pt x="3184953" y="838207"/>
                </a:cubicBezTo>
                <a:cubicBezTo>
                  <a:pt x="3215093" y="872582"/>
                  <a:pt x="3249020" y="887608"/>
                  <a:pt x="3285115" y="897852"/>
                </a:cubicBezTo>
                <a:cubicBezTo>
                  <a:pt x="3295944" y="901039"/>
                  <a:pt x="3306591" y="907413"/>
                  <a:pt x="3307674" y="922894"/>
                </a:cubicBezTo>
                <a:cubicBezTo>
                  <a:pt x="3308757" y="939056"/>
                  <a:pt x="3297748" y="945429"/>
                  <a:pt x="3288544" y="952944"/>
                </a:cubicBezTo>
                <a:cubicBezTo>
                  <a:pt x="3275731" y="963415"/>
                  <a:pt x="3263278" y="972523"/>
                  <a:pt x="3247036" y="973888"/>
                </a:cubicBezTo>
                <a:cubicBezTo>
                  <a:pt x="3220325" y="975937"/>
                  <a:pt x="3207513" y="1005076"/>
                  <a:pt x="3191993" y="1026930"/>
                </a:cubicBezTo>
                <a:cubicBezTo>
                  <a:pt x="3183330" y="1039224"/>
                  <a:pt x="3178998" y="1064037"/>
                  <a:pt x="3194157" y="1068363"/>
                </a:cubicBezTo>
                <a:cubicBezTo>
                  <a:pt x="3230613" y="1078837"/>
                  <a:pt x="3227725" y="1109114"/>
                  <a:pt x="3226824" y="1143489"/>
                </a:cubicBezTo>
                <a:cubicBezTo>
                  <a:pt x="3225560" y="1186061"/>
                  <a:pt x="3204083" y="1205638"/>
                  <a:pt x="3177734" y="1222030"/>
                </a:cubicBezTo>
                <a:cubicBezTo>
                  <a:pt x="3168711" y="1227720"/>
                  <a:pt x="3155898" y="1227493"/>
                  <a:pt x="3152469" y="1245250"/>
                </a:cubicBezTo>
                <a:cubicBezTo>
                  <a:pt x="3167267" y="1262097"/>
                  <a:pt x="3185314" y="1248439"/>
                  <a:pt x="3201197" y="1253218"/>
                </a:cubicBezTo>
                <a:cubicBezTo>
                  <a:pt x="3214370" y="1257088"/>
                  <a:pt x="3236208" y="1255040"/>
                  <a:pt x="3218160" y="1286000"/>
                </a:cubicBezTo>
                <a:cubicBezTo>
                  <a:pt x="3212926" y="1294878"/>
                  <a:pt x="3219062" y="1301709"/>
                  <a:pt x="3225741" y="1302392"/>
                </a:cubicBezTo>
                <a:cubicBezTo>
                  <a:pt x="3279159" y="1309449"/>
                  <a:pt x="3254615" y="1372054"/>
                  <a:pt x="3271761" y="1405063"/>
                </a:cubicBezTo>
                <a:cubicBezTo>
                  <a:pt x="3276452" y="1414169"/>
                  <a:pt x="3271399" y="1429877"/>
                  <a:pt x="3263999" y="1433747"/>
                </a:cubicBezTo>
                <a:cubicBezTo>
                  <a:pt x="3216716" y="1459245"/>
                  <a:pt x="3210220" y="1520028"/>
                  <a:pt x="3187299" y="1572389"/>
                </a:cubicBezTo>
                <a:cubicBezTo>
                  <a:pt x="3212205" y="1593104"/>
                  <a:pt x="3241982" y="1597657"/>
                  <a:pt x="3268872" y="1611089"/>
                </a:cubicBezTo>
                <a:cubicBezTo>
                  <a:pt x="3296846" y="1625204"/>
                  <a:pt x="3296846" y="1635676"/>
                  <a:pt x="3273746" y="1676653"/>
                </a:cubicBezTo>
                <a:cubicBezTo>
                  <a:pt x="3333842" y="1685532"/>
                  <a:pt x="3333842" y="1685532"/>
                  <a:pt x="3315254" y="1749957"/>
                </a:cubicBezTo>
                <a:cubicBezTo>
                  <a:pt x="3365607" y="1755877"/>
                  <a:pt x="3398812" y="1786382"/>
                  <a:pt x="3406572" y="1853085"/>
                </a:cubicBezTo>
                <a:cubicBezTo>
                  <a:pt x="3410362" y="1885411"/>
                  <a:pt x="3433101" y="1900663"/>
                  <a:pt x="3458367" y="1922291"/>
                </a:cubicBezTo>
                <a:cubicBezTo>
                  <a:pt x="3426966" y="1943236"/>
                  <a:pt x="3405669" y="1986945"/>
                  <a:pt x="3369034" y="1940730"/>
                </a:cubicBezTo>
                <a:cubicBezTo>
                  <a:pt x="3355680" y="1923885"/>
                  <a:pt x="3356941" y="1945284"/>
                  <a:pt x="3355138" y="1951430"/>
                </a:cubicBezTo>
                <a:cubicBezTo>
                  <a:pt x="3350807" y="1966455"/>
                  <a:pt x="3359830" y="1976472"/>
                  <a:pt x="3365786" y="1987854"/>
                </a:cubicBezTo>
                <a:cubicBezTo>
                  <a:pt x="3371561" y="1999237"/>
                  <a:pt x="3378420" y="2011302"/>
                  <a:pt x="3380043" y="2024054"/>
                </a:cubicBezTo>
                <a:cubicBezTo>
                  <a:pt x="3381125" y="2032931"/>
                  <a:pt x="3375892" y="2045905"/>
                  <a:pt x="3370117" y="2052509"/>
                </a:cubicBezTo>
                <a:cubicBezTo>
                  <a:pt x="3339797" y="2087340"/>
                  <a:pt x="3357844" y="2165652"/>
                  <a:pt x="3300454" y="2175670"/>
                </a:cubicBezTo>
                <a:cubicBezTo>
                  <a:pt x="3274647" y="2180221"/>
                  <a:pt x="3262195" y="2208906"/>
                  <a:pt x="3243246" y="2224614"/>
                </a:cubicBezTo>
                <a:cubicBezTo>
                  <a:pt x="3177374" y="2279478"/>
                  <a:pt x="3133338" y="2350051"/>
                  <a:pt x="3112946" y="2447031"/>
                </a:cubicBezTo>
                <a:cubicBezTo>
                  <a:pt x="3107352" y="2473894"/>
                  <a:pt x="3085875" y="2495522"/>
                  <a:pt x="3071979" y="2519197"/>
                </a:cubicBezTo>
                <a:cubicBezTo>
                  <a:pt x="3078657" y="2536499"/>
                  <a:pt x="3115112" y="2499164"/>
                  <a:pt x="3102298" y="2544694"/>
                </a:cubicBezTo>
                <a:cubicBezTo>
                  <a:pt x="3092553" y="2578843"/>
                  <a:pt x="3067647" y="2600014"/>
                  <a:pt x="3044185" y="2620276"/>
                </a:cubicBezTo>
                <a:cubicBezTo>
                  <a:pt x="3017476" y="2643268"/>
                  <a:pt x="2987879" y="2661708"/>
                  <a:pt x="2975787" y="2704279"/>
                </a:cubicBezTo>
                <a:cubicBezTo>
                  <a:pt x="2973260" y="2713386"/>
                  <a:pt x="2965140" y="2722947"/>
                  <a:pt x="2957921" y="2726591"/>
                </a:cubicBezTo>
                <a:cubicBezTo>
                  <a:pt x="2581458" y="3475797"/>
                  <a:pt x="1654740" y="3480805"/>
                  <a:pt x="1547901" y="3475568"/>
                </a:cubicBezTo>
                <a:cubicBezTo>
                  <a:pt x="1418503" y="3468966"/>
                  <a:pt x="1296143" y="3422753"/>
                  <a:pt x="1176132" y="3365156"/>
                </a:cubicBezTo>
                <a:cubicBezTo>
                  <a:pt x="1125418" y="3340797"/>
                  <a:pt x="1078316" y="3306195"/>
                  <a:pt x="1029045" y="3279332"/>
                </a:cubicBezTo>
                <a:cubicBezTo>
                  <a:pt x="961009" y="3242223"/>
                  <a:pt x="908492" y="3171424"/>
                  <a:pt x="840634" y="3141601"/>
                </a:cubicBezTo>
                <a:cubicBezTo>
                  <a:pt x="770793" y="3110867"/>
                  <a:pt x="711057" y="3054638"/>
                  <a:pt x="639229" y="3030734"/>
                </a:cubicBezTo>
                <a:cubicBezTo>
                  <a:pt x="601330" y="3017985"/>
                  <a:pt x="564695" y="2994993"/>
                  <a:pt x="570649" y="2929200"/>
                </a:cubicBezTo>
                <a:cubicBezTo>
                  <a:pt x="572274" y="2910532"/>
                  <a:pt x="562349" y="2895282"/>
                  <a:pt x="546647" y="2900745"/>
                </a:cubicBezTo>
                <a:cubicBezTo>
                  <a:pt x="516690" y="2910989"/>
                  <a:pt x="503154" y="2883898"/>
                  <a:pt x="486550" y="2863636"/>
                </a:cubicBezTo>
                <a:cubicBezTo>
                  <a:pt x="456953" y="2827667"/>
                  <a:pt x="428801" y="2789422"/>
                  <a:pt x="381697" y="2783503"/>
                </a:cubicBezTo>
                <a:cubicBezTo>
                  <a:pt x="390720" y="2755272"/>
                  <a:pt x="406060" y="2759371"/>
                  <a:pt x="420137" y="2765290"/>
                </a:cubicBezTo>
                <a:cubicBezTo>
                  <a:pt x="457133" y="2780772"/>
                  <a:pt x="493769" y="2798300"/>
                  <a:pt x="530765" y="2813781"/>
                </a:cubicBezTo>
                <a:cubicBezTo>
                  <a:pt x="554948" y="2823799"/>
                  <a:pt x="578952" y="2837912"/>
                  <a:pt x="611257" y="2826755"/>
                </a:cubicBezTo>
                <a:cubicBezTo>
                  <a:pt x="583463" y="2769843"/>
                  <a:pt x="536180" y="2759598"/>
                  <a:pt x="497920" y="2742071"/>
                </a:cubicBezTo>
                <a:cubicBezTo>
                  <a:pt x="450096" y="2719988"/>
                  <a:pt x="421942" y="2678326"/>
                  <a:pt x="388193" y="2631885"/>
                </a:cubicBezTo>
                <a:cubicBezTo>
                  <a:pt x="423386" y="2620730"/>
                  <a:pt x="445223" y="2654879"/>
                  <a:pt x="472834" y="2653056"/>
                </a:cubicBezTo>
                <a:cubicBezTo>
                  <a:pt x="474279" y="2647140"/>
                  <a:pt x="476804" y="2638488"/>
                  <a:pt x="476444" y="2638259"/>
                </a:cubicBezTo>
                <a:cubicBezTo>
                  <a:pt x="431326" y="2612763"/>
                  <a:pt x="410211" y="2564956"/>
                  <a:pt x="403173" y="2507131"/>
                </a:cubicBezTo>
                <a:cubicBezTo>
                  <a:pt x="399563" y="2477310"/>
                  <a:pt x="383140" y="2467976"/>
                  <a:pt x="366897" y="2454316"/>
                </a:cubicBezTo>
                <a:cubicBezTo>
                  <a:pt x="310230" y="2405826"/>
                  <a:pt x="250314" y="2361890"/>
                  <a:pt x="203752" y="2295188"/>
                </a:cubicBezTo>
                <a:cubicBezTo>
                  <a:pt x="257532" y="2304066"/>
                  <a:pt x="300665" y="2347547"/>
                  <a:pt x="358597" y="2366215"/>
                </a:cubicBezTo>
                <a:cubicBezTo>
                  <a:pt x="312577" y="2292910"/>
                  <a:pt x="253020" y="2255803"/>
                  <a:pt x="198698" y="2211409"/>
                </a:cubicBezTo>
                <a:cubicBezTo>
                  <a:pt x="173974" y="2191149"/>
                  <a:pt x="151055" y="2165197"/>
                  <a:pt x="121097" y="2154269"/>
                </a:cubicBezTo>
                <a:cubicBezTo>
                  <a:pt x="110448" y="2150400"/>
                  <a:pt x="92943" y="2142204"/>
                  <a:pt x="101425" y="2120577"/>
                </a:cubicBezTo>
                <a:cubicBezTo>
                  <a:pt x="108643" y="2102593"/>
                  <a:pt x="122900" y="2108055"/>
                  <a:pt x="135895" y="2113292"/>
                </a:cubicBezTo>
                <a:cubicBezTo>
                  <a:pt x="167116" y="2126269"/>
                  <a:pt x="199421" y="2126495"/>
                  <a:pt x="241652" y="2126269"/>
                </a:cubicBezTo>
                <a:cubicBezTo>
                  <a:pt x="206279" y="2066851"/>
                  <a:pt x="141489" y="2084608"/>
                  <a:pt x="111170" y="2022231"/>
                </a:cubicBezTo>
                <a:cubicBezTo>
                  <a:pt x="149069" y="2011302"/>
                  <a:pt x="178305" y="2033841"/>
                  <a:pt x="208987" y="2038166"/>
                </a:cubicBezTo>
                <a:cubicBezTo>
                  <a:pt x="236777" y="2042036"/>
                  <a:pt x="243636" y="2031565"/>
                  <a:pt x="237139" y="1997188"/>
                </a:cubicBezTo>
                <a:cubicBezTo>
                  <a:pt x="227034" y="1943690"/>
                  <a:pt x="242193" y="1916371"/>
                  <a:pt x="282618" y="1930941"/>
                </a:cubicBezTo>
                <a:cubicBezTo>
                  <a:pt x="320155" y="1944601"/>
                  <a:pt x="324125" y="1924568"/>
                  <a:pt x="314019" y="1894062"/>
                </a:cubicBezTo>
                <a:cubicBezTo>
                  <a:pt x="299582" y="1849671"/>
                  <a:pt x="316004" y="1815295"/>
                  <a:pt x="327194" y="1777960"/>
                </a:cubicBezTo>
                <a:cubicBezTo>
                  <a:pt x="344339" y="1721045"/>
                  <a:pt x="337121" y="1693272"/>
                  <a:pt x="300123" y="1650929"/>
                </a:cubicBezTo>
                <a:cubicBezTo>
                  <a:pt x="279370" y="1627251"/>
                  <a:pt x="256992" y="1607219"/>
                  <a:pt x="226852" y="1586731"/>
                </a:cubicBezTo>
                <a:cubicBezTo>
                  <a:pt x="296334" y="1575576"/>
                  <a:pt x="223423" y="1538013"/>
                  <a:pt x="247968" y="1514564"/>
                </a:cubicBezTo>
                <a:cubicBezTo>
                  <a:pt x="297056" y="1505003"/>
                  <a:pt x="337121" y="1579673"/>
                  <a:pt x="403895" y="1558274"/>
                </a:cubicBezTo>
                <a:cubicBezTo>
                  <a:pt x="321420" y="1493619"/>
                  <a:pt x="230281" y="1472448"/>
                  <a:pt x="170546" y="1386396"/>
                </a:cubicBezTo>
                <a:cubicBezTo>
                  <a:pt x="184261" y="1366817"/>
                  <a:pt x="197977" y="1385030"/>
                  <a:pt x="209707" y="1377746"/>
                </a:cubicBezTo>
                <a:cubicBezTo>
                  <a:pt x="209346" y="1373192"/>
                  <a:pt x="210250" y="1366362"/>
                  <a:pt x="208083" y="1364314"/>
                </a:cubicBezTo>
                <a:cubicBezTo>
                  <a:pt x="163508" y="1317416"/>
                  <a:pt x="162784" y="1316279"/>
                  <a:pt x="210610" y="1281675"/>
                </a:cubicBezTo>
                <a:cubicBezTo>
                  <a:pt x="227394" y="1269609"/>
                  <a:pt x="225950" y="1258909"/>
                  <a:pt x="217108" y="1243657"/>
                </a:cubicBezTo>
                <a:cubicBezTo>
                  <a:pt x="210790" y="1232957"/>
                  <a:pt x="203211" y="1223395"/>
                  <a:pt x="206820" y="1199947"/>
                </a:cubicBezTo>
                <a:cubicBezTo>
                  <a:pt x="232988" y="1229998"/>
                  <a:pt x="359499" y="1220208"/>
                  <a:pt x="381877" y="1217021"/>
                </a:cubicBezTo>
                <a:cubicBezTo>
                  <a:pt x="406963" y="1213607"/>
                  <a:pt x="431688" y="1199037"/>
                  <a:pt x="458035" y="1207003"/>
                </a:cubicBezTo>
                <a:cubicBezTo>
                  <a:pt x="479150" y="1213381"/>
                  <a:pt x="576966" y="1275073"/>
                  <a:pt x="590863" y="1204273"/>
                </a:cubicBezTo>
                <a:cubicBezTo>
                  <a:pt x="591585" y="1200858"/>
                  <a:pt x="631107" y="1208826"/>
                  <a:pt x="652403" y="1212696"/>
                </a:cubicBezTo>
                <a:cubicBezTo>
                  <a:pt x="671172" y="1215883"/>
                  <a:pt x="692288" y="1229998"/>
                  <a:pt x="704920" y="1201769"/>
                </a:cubicBezTo>
                <a:cubicBezTo>
                  <a:pt x="712320" y="1185150"/>
                  <a:pt x="681820" y="1153051"/>
                  <a:pt x="654569" y="1150320"/>
                </a:cubicBezTo>
                <a:cubicBezTo>
                  <a:pt x="630926" y="1147814"/>
                  <a:pt x="606202" y="1144172"/>
                  <a:pt x="583643" y="1151001"/>
                </a:cubicBezTo>
                <a:cubicBezTo>
                  <a:pt x="555852" y="1159198"/>
                  <a:pt x="540873" y="1145995"/>
                  <a:pt x="533111" y="1117538"/>
                </a:cubicBezTo>
                <a:cubicBezTo>
                  <a:pt x="524450" y="1086122"/>
                  <a:pt x="507845" y="1071550"/>
                  <a:pt x="484926" y="1056980"/>
                </a:cubicBezTo>
                <a:cubicBezTo>
                  <a:pt x="429340" y="1021696"/>
                  <a:pt x="375921" y="980946"/>
                  <a:pt x="314922" y="960456"/>
                </a:cubicBezTo>
                <a:cubicBezTo>
                  <a:pt x="302830" y="956358"/>
                  <a:pt x="289476" y="950894"/>
                  <a:pt x="283881" y="923805"/>
                </a:cubicBezTo>
                <a:cubicBezTo>
                  <a:pt x="449013" y="964326"/>
                  <a:pt x="599526" y="1069958"/>
                  <a:pt x="769890" y="1063811"/>
                </a:cubicBezTo>
                <a:cubicBezTo>
                  <a:pt x="723329" y="1030346"/>
                  <a:pt x="669369" y="1028524"/>
                  <a:pt x="619738" y="1005076"/>
                </a:cubicBezTo>
                <a:cubicBezTo>
                  <a:pt x="654930" y="987546"/>
                  <a:pt x="687956" y="1005759"/>
                  <a:pt x="721344" y="1015777"/>
                </a:cubicBezTo>
                <a:cubicBezTo>
                  <a:pt x="749317" y="1023970"/>
                  <a:pt x="774583" y="1025337"/>
                  <a:pt x="777650" y="976393"/>
                </a:cubicBezTo>
                <a:cubicBezTo>
                  <a:pt x="776566" y="973205"/>
                  <a:pt x="776747" y="969107"/>
                  <a:pt x="776929" y="965238"/>
                </a:cubicBezTo>
                <a:cubicBezTo>
                  <a:pt x="767542" y="944976"/>
                  <a:pt x="752926" y="934504"/>
                  <a:pt x="735601" y="928584"/>
                </a:cubicBezTo>
                <a:cubicBezTo>
                  <a:pt x="725133" y="924942"/>
                  <a:pt x="711237" y="919478"/>
                  <a:pt x="711416" y="904909"/>
                </a:cubicBezTo>
                <a:cubicBezTo>
                  <a:pt x="711958" y="850955"/>
                  <a:pt x="678571" y="835246"/>
                  <a:pt x="645185" y="819539"/>
                </a:cubicBezTo>
                <a:cubicBezTo>
                  <a:pt x="663773" y="792676"/>
                  <a:pt x="678391" y="812481"/>
                  <a:pt x="692468" y="810433"/>
                </a:cubicBezTo>
                <a:cubicBezTo>
                  <a:pt x="701672" y="809067"/>
                  <a:pt x="709973" y="806563"/>
                  <a:pt x="709973" y="792676"/>
                </a:cubicBezTo>
                <a:cubicBezTo>
                  <a:pt x="710154" y="781065"/>
                  <a:pt x="705822" y="767861"/>
                  <a:pt x="696799" y="767635"/>
                </a:cubicBezTo>
                <a:cubicBezTo>
                  <a:pt x="640312" y="765585"/>
                  <a:pt x="609090" y="690914"/>
                  <a:pt x="550437" y="690687"/>
                </a:cubicBezTo>
                <a:cubicBezTo>
                  <a:pt x="515425" y="690687"/>
                  <a:pt x="568666" y="648572"/>
                  <a:pt x="539068" y="631042"/>
                </a:cubicBezTo>
                <a:cubicBezTo>
                  <a:pt x="532570" y="627171"/>
                  <a:pt x="556032" y="621254"/>
                  <a:pt x="566500" y="622164"/>
                </a:cubicBezTo>
                <a:cubicBezTo>
                  <a:pt x="576786" y="623074"/>
                  <a:pt x="585990" y="634229"/>
                  <a:pt x="598443" y="626261"/>
                </a:cubicBezTo>
                <a:cubicBezTo>
                  <a:pt x="605300" y="597806"/>
                  <a:pt x="587615" y="587332"/>
                  <a:pt x="572996" y="579365"/>
                </a:cubicBezTo>
                <a:cubicBezTo>
                  <a:pt x="539247" y="560925"/>
                  <a:pt x="506402" y="538615"/>
                  <a:pt x="469405" y="532013"/>
                </a:cubicBezTo>
                <a:cubicBezTo>
                  <a:pt x="456232" y="529737"/>
                  <a:pt x="488355" y="499231"/>
                  <a:pt x="494671" y="488532"/>
                </a:cubicBezTo>
                <a:cubicBezTo>
                  <a:pt x="345782" y="376071"/>
                  <a:pt x="166756" y="381762"/>
                  <a:pt x="0" y="290928"/>
                </a:cubicBezTo>
                <a:cubicBezTo>
                  <a:pt x="36817" y="273173"/>
                  <a:pt x="63887" y="286148"/>
                  <a:pt x="88973" y="288880"/>
                </a:cubicBezTo>
                <a:cubicBezTo>
                  <a:pt x="151595" y="295708"/>
                  <a:pt x="213498" y="309822"/>
                  <a:pt x="275940" y="318246"/>
                </a:cubicBezTo>
                <a:cubicBezTo>
                  <a:pt x="306620" y="322344"/>
                  <a:pt x="335134" y="337824"/>
                  <a:pt x="369424" y="313239"/>
                </a:cubicBezTo>
                <a:cubicBezTo>
                  <a:pt x="392343" y="296847"/>
                  <a:pt x="428980" y="314604"/>
                  <a:pt x="457133" y="329174"/>
                </a:cubicBezTo>
                <a:cubicBezTo>
                  <a:pt x="480414" y="341238"/>
                  <a:pt x="502612" y="344425"/>
                  <a:pt x="533474" y="329174"/>
                </a:cubicBezTo>
                <a:cubicBezTo>
                  <a:pt x="505501" y="319841"/>
                  <a:pt x="484023" y="311645"/>
                  <a:pt x="462006" y="305953"/>
                </a:cubicBezTo>
                <a:cubicBezTo>
                  <a:pt x="444501" y="301400"/>
                  <a:pt x="486189" y="282960"/>
                  <a:pt x="507484" y="285237"/>
                </a:cubicBezTo>
                <a:cubicBezTo>
                  <a:pt x="537263" y="288423"/>
                  <a:pt x="520479" y="276586"/>
                  <a:pt x="515425" y="260195"/>
                </a:cubicBezTo>
                <a:cubicBezTo>
                  <a:pt x="510012" y="242665"/>
                  <a:pt x="526074" y="237203"/>
                  <a:pt x="536180" y="240844"/>
                </a:cubicBezTo>
                <a:cubicBezTo>
                  <a:pt x="574980" y="255187"/>
                  <a:pt x="613602" y="229917"/>
                  <a:pt x="653668" y="250407"/>
                </a:cubicBezTo>
                <a:cubicBezTo>
                  <a:pt x="643561" y="199867"/>
                  <a:pt x="621723" y="177784"/>
                  <a:pt x="576064" y="170726"/>
                </a:cubicBezTo>
                <a:cubicBezTo>
                  <a:pt x="558919" y="167996"/>
                  <a:pt x="541053" y="172093"/>
                  <a:pt x="526254" y="157522"/>
                </a:cubicBezTo>
                <a:cubicBezTo>
                  <a:pt x="517771" y="149101"/>
                  <a:pt x="508207" y="139084"/>
                  <a:pt x="514884" y="123603"/>
                </a:cubicBezTo>
                <a:cubicBezTo>
                  <a:pt x="519577" y="112674"/>
                  <a:pt x="529684" y="112674"/>
                  <a:pt x="537985" y="116318"/>
                </a:cubicBezTo>
                <a:cubicBezTo>
                  <a:pt x="575162" y="132483"/>
                  <a:pt x="613963" y="138400"/>
                  <a:pt x="652764" y="144320"/>
                </a:cubicBezTo>
                <a:cubicBezTo>
                  <a:pt x="658720" y="145230"/>
                  <a:pt x="665397" y="148191"/>
                  <a:pt x="672075" y="133164"/>
                </a:cubicBezTo>
                <a:cubicBezTo>
                  <a:pt x="599526" y="108805"/>
                  <a:pt x="530585" y="74202"/>
                  <a:pt x="456051" y="60770"/>
                </a:cubicBezTo>
                <a:cubicBezTo>
                  <a:pt x="457133" y="54397"/>
                  <a:pt x="458215" y="48022"/>
                  <a:pt x="459299" y="41649"/>
                </a:cubicBezTo>
                <a:cubicBezTo>
                  <a:pt x="517591" y="50753"/>
                  <a:pt x="575884" y="59859"/>
                  <a:pt x="649515" y="71243"/>
                </a:cubicBezTo>
                <a:cubicBezTo>
                  <a:pt x="604218" y="35045"/>
                  <a:pt x="561446" y="47111"/>
                  <a:pt x="527879" y="15013"/>
                </a:cubicBezTo>
                <a:cubicBezTo>
                  <a:pt x="534195" y="2833"/>
                  <a:pt x="541820" y="-241"/>
                  <a:pt x="549716" y="15"/>
                </a:cubicBezTo>
                <a:close/>
              </a:path>
            </a:pathLst>
          </a:custGeom>
        </p:spPr>
      </p:pic>
      <p:pic>
        <p:nvPicPr>
          <p:cNvPr id="11" name="תמונה 10" descr="תמונה שמכילה שמים, חוץ, מקום פולחן, קהל&#10;&#10;התיאור נוצר באופן אוטומטי">
            <a:extLst>
              <a:ext uri="{FF2B5EF4-FFF2-40B4-BE49-F238E27FC236}">
                <a16:creationId xmlns:a16="http://schemas.microsoft.com/office/drawing/2014/main" id="{02CA66C5-8CC5-4AA0-811C-FD50411ADA7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8" r="7817" b="-2"/>
          <a:stretch/>
        </p:blipFill>
        <p:spPr>
          <a:xfrm>
            <a:off x="8779874" y="0"/>
            <a:ext cx="3457386" cy="2669734"/>
          </a:xfrm>
          <a:custGeom>
            <a:avLst/>
            <a:gdLst/>
            <a:ahLst/>
            <a:cxnLst/>
            <a:rect l="l" t="t" r="r" b="b"/>
            <a:pathLst>
              <a:path w="4579876" h="3536502">
                <a:moveTo>
                  <a:pt x="457312" y="0"/>
                </a:moveTo>
                <a:lnTo>
                  <a:pt x="4579876" y="0"/>
                </a:lnTo>
                <a:lnTo>
                  <a:pt x="4579876" y="3057029"/>
                </a:lnTo>
                <a:lnTo>
                  <a:pt x="4508441" y="3086568"/>
                </a:lnTo>
                <a:cubicBezTo>
                  <a:pt x="4391572" y="3126663"/>
                  <a:pt x="4301124" y="3221848"/>
                  <a:pt x="4183947" y="3271738"/>
                </a:cubicBezTo>
                <a:cubicBezTo>
                  <a:pt x="4099090" y="3307854"/>
                  <a:pt x="4017967" y="3354374"/>
                  <a:pt x="3930625" y="3387123"/>
                </a:cubicBezTo>
                <a:cubicBezTo>
                  <a:pt x="3723932" y="3464557"/>
                  <a:pt x="3513195" y="3526689"/>
                  <a:pt x="3290337" y="3535564"/>
                </a:cubicBezTo>
                <a:cubicBezTo>
                  <a:pt x="3106332" y="3542605"/>
                  <a:pt x="1510274" y="3535872"/>
                  <a:pt x="861903" y="2528615"/>
                </a:cubicBezTo>
                <a:cubicBezTo>
                  <a:pt x="849470" y="2523717"/>
                  <a:pt x="835485" y="2510862"/>
                  <a:pt x="831133" y="2498619"/>
                </a:cubicBezTo>
                <a:cubicBezTo>
                  <a:pt x="810307" y="2441385"/>
                  <a:pt x="759333" y="2416594"/>
                  <a:pt x="713333" y="2385682"/>
                </a:cubicBezTo>
                <a:cubicBezTo>
                  <a:pt x="672925" y="2358442"/>
                  <a:pt x="630030" y="2329978"/>
                  <a:pt x="613246" y="2284067"/>
                </a:cubicBezTo>
                <a:cubicBezTo>
                  <a:pt x="591179" y="2222855"/>
                  <a:pt x="653963" y="2273050"/>
                  <a:pt x="665465" y="2249789"/>
                </a:cubicBezTo>
                <a:cubicBezTo>
                  <a:pt x="641532" y="2217960"/>
                  <a:pt x="604543" y="2188882"/>
                  <a:pt x="594908" y="2152767"/>
                </a:cubicBezTo>
                <a:cubicBezTo>
                  <a:pt x="559787" y="2022383"/>
                  <a:pt x="483946" y="1927503"/>
                  <a:pt x="370497" y="1853742"/>
                </a:cubicBezTo>
                <a:cubicBezTo>
                  <a:pt x="337861" y="1832624"/>
                  <a:pt x="316415" y="1794059"/>
                  <a:pt x="271969" y="1787940"/>
                </a:cubicBezTo>
                <a:cubicBezTo>
                  <a:pt x="173127" y="1774472"/>
                  <a:pt x="204209" y="1669186"/>
                  <a:pt x="151990" y="1622358"/>
                </a:cubicBezTo>
                <a:cubicBezTo>
                  <a:pt x="142044" y="1613481"/>
                  <a:pt x="133031" y="1596037"/>
                  <a:pt x="134895" y="1584102"/>
                </a:cubicBezTo>
                <a:cubicBezTo>
                  <a:pt x="137691" y="1566959"/>
                  <a:pt x="149504" y="1550739"/>
                  <a:pt x="159450" y="1535435"/>
                </a:cubicBezTo>
                <a:cubicBezTo>
                  <a:pt x="169708" y="1520133"/>
                  <a:pt x="185247" y="1506664"/>
                  <a:pt x="177788" y="1486465"/>
                </a:cubicBezTo>
                <a:cubicBezTo>
                  <a:pt x="174683" y="1478202"/>
                  <a:pt x="176855" y="1449432"/>
                  <a:pt x="153856" y="1472079"/>
                </a:cubicBezTo>
                <a:cubicBezTo>
                  <a:pt x="90760" y="1534212"/>
                  <a:pt x="54082" y="1475449"/>
                  <a:pt x="0" y="1447289"/>
                </a:cubicBezTo>
                <a:cubicBezTo>
                  <a:pt x="43515" y="1418212"/>
                  <a:pt x="82677" y="1397707"/>
                  <a:pt x="89205" y="1354247"/>
                </a:cubicBezTo>
                <a:cubicBezTo>
                  <a:pt x="102570" y="1264569"/>
                  <a:pt x="159758" y="1223557"/>
                  <a:pt x="246479" y="1215599"/>
                </a:cubicBezTo>
                <a:cubicBezTo>
                  <a:pt x="214465" y="1128983"/>
                  <a:pt x="214465" y="1128983"/>
                  <a:pt x="317968" y="1117045"/>
                </a:cubicBezTo>
                <a:cubicBezTo>
                  <a:pt x="278183" y="1061955"/>
                  <a:pt x="278183" y="1047876"/>
                  <a:pt x="326362" y="1028900"/>
                </a:cubicBezTo>
                <a:cubicBezTo>
                  <a:pt x="372673" y="1010841"/>
                  <a:pt x="423957" y="1004720"/>
                  <a:pt x="466852" y="976870"/>
                </a:cubicBezTo>
                <a:cubicBezTo>
                  <a:pt x="427377" y="906475"/>
                  <a:pt x="416188" y="824756"/>
                  <a:pt x="334754" y="790475"/>
                </a:cubicBezTo>
                <a:cubicBezTo>
                  <a:pt x="322010" y="785272"/>
                  <a:pt x="313307" y="764154"/>
                  <a:pt x="321386" y="751912"/>
                </a:cubicBezTo>
                <a:cubicBezTo>
                  <a:pt x="350915" y="707534"/>
                  <a:pt x="308644" y="623365"/>
                  <a:pt x="400645" y="613877"/>
                </a:cubicBezTo>
                <a:cubicBezTo>
                  <a:pt x="412147" y="612959"/>
                  <a:pt x="422716" y="603776"/>
                  <a:pt x="413701" y="591839"/>
                </a:cubicBezTo>
                <a:cubicBezTo>
                  <a:pt x="382618" y="550216"/>
                  <a:pt x="420228" y="552969"/>
                  <a:pt x="442917" y="547767"/>
                </a:cubicBezTo>
                <a:cubicBezTo>
                  <a:pt x="470271" y="541341"/>
                  <a:pt x="501353" y="559703"/>
                  <a:pt x="526840" y="537055"/>
                </a:cubicBezTo>
                <a:cubicBezTo>
                  <a:pt x="520932" y="513181"/>
                  <a:pt x="498866" y="513487"/>
                  <a:pt x="483325" y="505836"/>
                </a:cubicBezTo>
                <a:cubicBezTo>
                  <a:pt x="437946" y="483799"/>
                  <a:pt x="400956" y="457479"/>
                  <a:pt x="398780" y="400243"/>
                </a:cubicBezTo>
                <a:cubicBezTo>
                  <a:pt x="397229" y="354028"/>
                  <a:pt x="392255" y="313323"/>
                  <a:pt x="455041" y="299242"/>
                </a:cubicBezTo>
                <a:cubicBezTo>
                  <a:pt x="481149" y="293426"/>
                  <a:pt x="473687" y="260067"/>
                  <a:pt x="458769" y="243538"/>
                </a:cubicBezTo>
                <a:cubicBezTo>
                  <a:pt x="432038" y="214157"/>
                  <a:pt x="409972" y="174981"/>
                  <a:pt x="363969" y="172227"/>
                </a:cubicBezTo>
                <a:cubicBezTo>
                  <a:pt x="335995" y="170391"/>
                  <a:pt x="314549" y="158146"/>
                  <a:pt x="292481" y="144069"/>
                </a:cubicBezTo>
                <a:cubicBezTo>
                  <a:pt x="276630" y="133966"/>
                  <a:pt x="257670" y="125398"/>
                  <a:pt x="259534" y="103668"/>
                </a:cubicBezTo>
                <a:cubicBezTo>
                  <a:pt x="261399" y="82855"/>
                  <a:pt x="279736" y="74286"/>
                  <a:pt x="298387" y="70001"/>
                </a:cubicBezTo>
                <a:cubicBezTo>
                  <a:pt x="345011" y="59672"/>
                  <a:pt x="389535" y="45726"/>
                  <a:pt x="430782" y="19902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94331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0" name="Rectangle 70">
            <a:extLst>
              <a:ext uri="{FF2B5EF4-FFF2-40B4-BE49-F238E27FC236}">
                <a16:creationId xmlns:a16="http://schemas.microsoft.com/office/drawing/2014/main" id="{D2B783EE-0239-4717-BBEA-8C9EAC61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8F2B4FE5-9102-4C07-9E95-17A809BCF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111348"/>
            <a:ext cx="5092194" cy="5065615"/>
          </a:xfrm>
        </p:spPr>
        <p:txBody>
          <a:bodyPr>
            <a:noAutofit/>
          </a:bodyPr>
          <a:lstStyle/>
          <a:p>
            <a:r>
              <a:rPr lang="he-IL" sz="2000" dirty="0"/>
              <a:t>למוסלמים שלוש ערים קדושות במיוחד, מכה ומדינה בערב הסעודית, וירושלים בארץ ישראל.</a:t>
            </a:r>
          </a:p>
          <a:p>
            <a:r>
              <a:rPr lang="he-IL" sz="2000" dirty="0"/>
              <a:t>מכה:</a:t>
            </a:r>
          </a:p>
          <a:p>
            <a:r>
              <a:rPr lang="he-IL" sz="2000" dirty="0"/>
              <a:t>מֶכָּה-מקום הולדתו של מוחמד, היא העיר החשובה ביותר לאסלאם שנמצא בה מסגד אל-חראם, המסגד הראשון בחשיבותו באסלאם, הכולל את מבנה </a:t>
            </a:r>
            <a:r>
              <a:rPr lang="he-IL" sz="2000" dirty="0" err="1"/>
              <a:t>הכעבה</a:t>
            </a:r>
            <a:r>
              <a:rPr lang="he-IL" sz="2000" dirty="0"/>
              <a:t>, שבו ניצבת האבן השחורה. </a:t>
            </a:r>
          </a:p>
          <a:p>
            <a:r>
              <a:rPr lang="he-IL" sz="2000" dirty="0"/>
              <a:t>מדינה:</a:t>
            </a:r>
          </a:p>
          <a:p>
            <a:r>
              <a:rPr lang="he-IL" sz="2000" dirty="0"/>
              <a:t>קדושה מכיוון שבה ביסס מוחמד את המהות הרוחנית של דת האסלאם וכי בה קיבל הכרה כנביא לאחר שיישב סכסוך בין שני שבטים.</a:t>
            </a:r>
          </a:p>
          <a:p>
            <a:r>
              <a:rPr lang="he-IL" sz="2000" dirty="0"/>
              <a:t>ירושלים:</a:t>
            </a:r>
          </a:p>
          <a:p>
            <a:r>
              <a:rPr lang="he-IL" sz="2000" dirty="0"/>
              <a:t>חשיבותה של ירושלים למוסלמים נובעת משני מניעים, שניהם ממוקדים באמונה כי הנביא הוא הקובע את הלכות החיים והתפילה ומעשיו הם מעבר לבינה האנושית</a:t>
            </a:r>
          </a:p>
          <a:p>
            <a:endParaRPr lang="en-US" sz="2000" dirty="0"/>
          </a:p>
        </p:txBody>
      </p:sp>
      <p:sp>
        <p:nvSpPr>
          <p:cNvPr id="4101" name="Oval 72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098" name="Picture 2" descr="אל-מדינה – ויקיפדיה">
            <a:extLst>
              <a:ext uri="{FF2B5EF4-FFF2-40B4-BE49-F238E27FC236}">
                <a16:creationId xmlns:a16="http://schemas.microsoft.com/office/drawing/2014/main" id="{FC36E2D3-C618-41DE-B770-D143153061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7" r="15427" b="-3"/>
          <a:stretch/>
        </p:blipFill>
        <p:spPr bwMode="auto">
          <a:xfrm>
            <a:off x="7901259" y="2727729"/>
            <a:ext cx="4290741" cy="4130271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Arc 74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7E85865D-1763-44DF-B3E4-947869A048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294" r="3951" b="-4"/>
          <a:stretch/>
        </p:blipFill>
        <p:spPr>
          <a:xfrm>
            <a:off x="6261607" y="1"/>
            <a:ext cx="3519312" cy="3007909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</p:spPr>
      </p:pic>
      <p:sp>
        <p:nvSpPr>
          <p:cNvPr id="21" name="תיבת טקסט 20">
            <a:extLst>
              <a:ext uri="{FF2B5EF4-FFF2-40B4-BE49-F238E27FC236}">
                <a16:creationId xmlns:a16="http://schemas.microsoft.com/office/drawing/2014/main" id="{C499AA02-3510-42D8-B654-FC8923D61692}"/>
              </a:ext>
            </a:extLst>
          </p:cNvPr>
          <p:cNvSpPr txBox="1"/>
          <p:nvPr/>
        </p:nvSpPr>
        <p:spPr>
          <a:xfrm>
            <a:off x="-1151767" y="282691"/>
            <a:ext cx="60983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4400" dirty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מקומות קדושים</a:t>
            </a:r>
            <a:endParaRPr lang="he-IL" sz="4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58659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29F4FEF-3F4E-4042-8E6D-C24E201FB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754002FB-3F04-4E67-B29F-3E10067C1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2092" y="0"/>
            <a:ext cx="5835748" cy="1134512"/>
          </a:xfrm>
        </p:spPr>
        <p:txBody>
          <a:bodyPr anchor="b">
            <a:normAutofit fontScale="90000"/>
          </a:bodyPr>
          <a:lstStyle/>
          <a:p>
            <a:pPr algn="ctr"/>
            <a:r>
              <a:rPr lang="he-IL" sz="3600" b="1" u="sng" dirty="0">
                <a:solidFill>
                  <a:srgbClr val="FFC000"/>
                </a:solidFill>
                <a:cs typeface="+mn-cs"/>
              </a:rPr>
              <a:t>שיעים סונים ומה שביניהם</a:t>
            </a:r>
            <a:br>
              <a:rPr lang="he-IL" dirty="0">
                <a:cs typeface="+mn-cs"/>
              </a:rPr>
            </a:br>
            <a:endParaRPr lang="he-IL" dirty="0">
              <a:cs typeface="+mn-cs"/>
            </a:endParaRP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22FF53AF-B978-4EB3-9323-36B8141277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6" r="2" b="2"/>
          <a:stretch/>
        </p:blipFill>
        <p:spPr>
          <a:xfrm>
            <a:off x="20" y="0"/>
            <a:ext cx="4787719" cy="3896139"/>
          </a:xfrm>
          <a:custGeom>
            <a:avLst/>
            <a:gdLst/>
            <a:ahLst/>
            <a:cxnLst/>
            <a:rect l="l" t="t" r="r" b="b"/>
            <a:pathLst>
              <a:path w="6105136" h="4191746">
                <a:moveTo>
                  <a:pt x="0" y="0"/>
                </a:moveTo>
                <a:lnTo>
                  <a:pt x="5607799" y="0"/>
                </a:lnTo>
                <a:lnTo>
                  <a:pt x="5571513" y="27327"/>
                </a:lnTo>
                <a:cubicBezTo>
                  <a:pt x="5516855" y="89886"/>
                  <a:pt x="5497833" y="180727"/>
                  <a:pt x="5456712" y="261788"/>
                </a:cubicBezTo>
                <a:cubicBezTo>
                  <a:pt x="5516289" y="304550"/>
                  <a:pt x="5587520" y="313948"/>
                  <a:pt x="5651844" y="341674"/>
                </a:cubicBezTo>
                <a:cubicBezTo>
                  <a:pt x="5718760" y="370809"/>
                  <a:pt x="5718760" y="392425"/>
                  <a:pt x="5663501" y="477009"/>
                </a:cubicBezTo>
                <a:cubicBezTo>
                  <a:pt x="5807259" y="495339"/>
                  <a:pt x="5807259" y="495339"/>
                  <a:pt x="5762794" y="628324"/>
                </a:cubicBezTo>
                <a:cubicBezTo>
                  <a:pt x="5883243" y="640542"/>
                  <a:pt x="5962676" y="703511"/>
                  <a:pt x="5981237" y="841197"/>
                </a:cubicBezTo>
                <a:cubicBezTo>
                  <a:pt x="5990305" y="907926"/>
                  <a:pt x="6044700" y="939409"/>
                  <a:pt x="6105136" y="984052"/>
                </a:cubicBezTo>
                <a:cubicBezTo>
                  <a:pt x="6030022" y="1027286"/>
                  <a:pt x="5979081" y="1117509"/>
                  <a:pt x="5891443" y="1022115"/>
                </a:cubicBezTo>
                <a:cubicBezTo>
                  <a:pt x="5859498" y="987342"/>
                  <a:pt x="5862517" y="1031513"/>
                  <a:pt x="5858202" y="1044202"/>
                </a:cubicBezTo>
                <a:cubicBezTo>
                  <a:pt x="5847842" y="1075215"/>
                  <a:pt x="5869424" y="1095893"/>
                  <a:pt x="5883673" y="1119387"/>
                </a:cubicBezTo>
                <a:cubicBezTo>
                  <a:pt x="5897486" y="1142885"/>
                  <a:pt x="5913893" y="1167789"/>
                  <a:pt x="5917778" y="1194108"/>
                </a:cubicBezTo>
                <a:cubicBezTo>
                  <a:pt x="5920365" y="1212434"/>
                  <a:pt x="5907848" y="1239216"/>
                  <a:pt x="5894034" y="1252846"/>
                </a:cubicBezTo>
                <a:cubicBezTo>
                  <a:pt x="5821506" y="1324743"/>
                  <a:pt x="5864677" y="1486396"/>
                  <a:pt x="5727393" y="1507074"/>
                </a:cubicBezTo>
                <a:cubicBezTo>
                  <a:pt x="5665659" y="1516469"/>
                  <a:pt x="5635872" y="1575680"/>
                  <a:pt x="5590543" y="1608104"/>
                </a:cubicBezTo>
                <a:cubicBezTo>
                  <a:pt x="5432970" y="1721355"/>
                  <a:pt x="5327632" y="1867030"/>
                  <a:pt x="5278850" y="2067214"/>
                </a:cubicBezTo>
                <a:cubicBezTo>
                  <a:pt x="5265468" y="2122664"/>
                  <a:pt x="5214092" y="2167309"/>
                  <a:pt x="5180851" y="2216179"/>
                </a:cubicBezTo>
                <a:cubicBezTo>
                  <a:pt x="5196826" y="2251892"/>
                  <a:pt x="5284029" y="2174826"/>
                  <a:pt x="5253380" y="2268808"/>
                </a:cubicBezTo>
                <a:cubicBezTo>
                  <a:pt x="5230067" y="2339298"/>
                  <a:pt x="5170490" y="2383001"/>
                  <a:pt x="5114368" y="2424825"/>
                </a:cubicBezTo>
                <a:cubicBezTo>
                  <a:pt x="5050475" y="2472284"/>
                  <a:pt x="4979676" y="2510347"/>
                  <a:pt x="4950749" y="2598221"/>
                </a:cubicBezTo>
                <a:cubicBezTo>
                  <a:pt x="4944706" y="2617020"/>
                  <a:pt x="4925279" y="2636755"/>
                  <a:pt x="4908013" y="2644276"/>
                </a:cubicBezTo>
                <a:cubicBezTo>
                  <a:pt x="4007468" y="4190779"/>
                  <a:pt x="1790648" y="4201115"/>
                  <a:pt x="1535079" y="4190306"/>
                </a:cubicBezTo>
                <a:cubicBezTo>
                  <a:pt x="1225543" y="4176680"/>
                  <a:pt x="932844" y="4081285"/>
                  <a:pt x="645760" y="3962397"/>
                </a:cubicBezTo>
                <a:cubicBezTo>
                  <a:pt x="524448" y="3912117"/>
                  <a:pt x="411775" y="3840689"/>
                  <a:pt x="293915" y="3785239"/>
                </a:cubicBezTo>
                <a:cubicBezTo>
                  <a:pt x="212539" y="3746940"/>
                  <a:pt x="140444" y="3691254"/>
                  <a:pt x="68403" y="3637448"/>
                </a:cubicBezTo>
                <a:lnTo>
                  <a:pt x="0" y="3589272"/>
                </a:lnTo>
                <a:close/>
              </a:path>
            </a:pathLst>
          </a:custGeom>
        </p:spPr>
      </p:pic>
      <p:pic>
        <p:nvPicPr>
          <p:cNvPr id="7" name="תמונה 6" descr="תמונה שמכילה מפה&#10;&#10;התיאור נוצר באופן אוטומטי">
            <a:extLst>
              <a:ext uri="{FF2B5EF4-FFF2-40B4-BE49-F238E27FC236}">
                <a16:creationId xmlns:a16="http://schemas.microsoft.com/office/drawing/2014/main" id="{EC2770A8-74A5-469E-946E-5E83ABC3BB8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98" r="-2" b="9966"/>
          <a:stretch/>
        </p:blipFill>
        <p:spPr>
          <a:xfrm>
            <a:off x="0" y="4304408"/>
            <a:ext cx="5044963" cy="2553582"/>
          </a:xfrm>
          <a:custGeom>
            <a:avLst/>
            <a:gdLst/>
            <a:ahLst/>
            <a:cxnLst/>
            <a:rect l="l" t="t" r="r" b="b"/>
            <a:pathLst>
              <a:path w="5414116" h="2553582">
                <a:moveTo>
                  <a:pt x="158526" y="1316979"/>
                </a:moveTo>
                <a:lnTo>
                  <a:pt x="156754" y="1330318"/>
                </a:lnTo>
                <a:lnTo>
                  <a:pt x="150357" y="1343402"/>
                </a:lnTo>
                <a:cubicBezTo>
                  <a:pt x="148595" y="1346671"/>
                  <a:pt x="147784" y="1347597"/>
                  <a:pt x="148224" y="1345403"/>
                </a:cubicBezTo>
                <a:cubicBezTo>
                  <a:pt x="148536" y="1343890"/>
                  <a:pt x="150150" y="1339188"/>
                  <a:pt x="152759" y="1332109"/>
                </a:cubicBezTo>
                <a:close/>
                <a:moveTo>
                  <a:pt x="183999" y="1247985"/>
                </a:moveTo>
                <a:lnTo>
                  <a:pt x="185425" y="1249095"/>
                </a:lnTo>
                <a:lnTo>
                  <a:pt x="177909" y="1267545"/>
                </a:lnTo>
                <a:cubicBezTo>
                  <a:pt x="172543" y="1280910"/>
                  <a:pt x="167559" y="1293511"/>
                  <a:pt x="163267" y="1304542"/>
                </a:cubicBezTo>
                <a:lnTo>
                  <a:pt x="158526" y="1316979"/>
                </a:lnTo>
                <a:lnTo>
                  <a:pt x="160096" y="1305161"/>
                </a:lnTo>
                <a:cubicBezTo>
                  <a:pt x="166154" y="1273946"/>
                  <a:pt x="174799" y="1251295"/>
                  <a:pt x="183999" y="1247985"/>
                </a:cubicBezTo>
                <a:close/>
                <a:moveTo>
                  <a:pt x="2747400" y="406"/>
                </a:moveTo>
                <a:cubicBezTo>
                  <a:pt x="3035071" y="-4281"/>
                  <a:pt x="3341945" y="31161"/>
                  <a:pt x="3649095" y="133697"/>
                </a:cubicBezTo>
                <a:cubicBezTo>
                  <a:pt x="3849864" y="200721"/>
                  <a:pt x="4603144" y="576730"/>
                  <a:pt x="4698157" y="641897"/>
                </a:cubicBezTo>
                <a:cubicBezTo>
                  <a:pt x="4795794" y="709015"/>
                  <a:pt x="4865356" y="805949"/>
                  <a:pt x="4969229" y="864848"/>
                </a:cubicBezTo>
                <a:cubicBezTo>
                  <a:pt x="5024230" y="895855"/>
                  <a:pt x="5072076" y="940214"/>
                  <a:pt x="5031717" y="1024948"/>
                </a:cubicBezTo>
                <a:cubicBezTo>
                  <a:pt x="5020170" y="1048963"/>
                  <a:pt x="5029183" y="1072811"/>
                  <a:pt x="5057014" y="1071682"/>
                </a:cubicBezTo>
                <a:cubicBezTo>
                  <a:pt x="5109680" y="1069387"/>
                  <a:pt x="5118666" y="1110271"/>
                  <a:pt x="5135838" y="1143392"/>
                </a:cubicBezTo>
                <a:cubicBezTo>
                  <a:pt x="5166252" y="1202027"/>
                  <a:pt x="5193622" y="1263285"/>
                  <a:pt x="5266156" y="1289064"/>
                </a:cubicBezTo>
                <a:cubicBezTo>
                  <a:pt x="5238324" y="1323279"/>
                  <a:pt x="5215649" y="1311585"/>
                  <a:pt x="5195858" y="1298567"/>
                </a:cubicBezTo>
                <a:cubicBezTo>
                  <a:pt x="5143669" y="1263879"/>
                  <a:pt x="5093474" y="1226987"/>
                  <a:pt x="5041179" y="1192607"/>
                </a:cubicBezTo>
                <a:cubicBezTo>
                  <a:pt x="5007224" y="1170236"/>
                  <a:pt x="4975133" y="1142623"/>
                  <a:pt x="4918135" y="1145234"/>
                </a:cubicBezTo>
                <a:cubicBezTo>
                  <a:pt x="4935797" y="1231274"/>
                  <a:pt x="5007025" y="1262427"/>
                  <a:pt x="5060171" y="1300349"/>
                </a:cubicBezTo>
                <a:cubicBezTo>
                  <a:pt x="5126536" y="1347737"/>
                  <a:pt x="5152263" y="1413621"/>
                  <a:pt x="5184421" y="1487704"/>
                </a:cubicBezTo>
                <a:cubicBezTo>
                  <a:pt x="5122415" y="1489134"/>
                  <a:pt x="5103753" y="1435610"/>
                  <a:pt x="5058648" y="1427657"/>
                </a:cubicBezTo>
                <a:cubicBezTo>
                  <a:pt x="5053296" y="1435084"/>
                  <a:pt x="5045346" y="1445577"/>
                  <a:pt x="5045794" y="1446015"/>
                </a:cubicBezTo>
                <a:cubicBezTo>
                  <a:pt x="5106451" y="1496737"/>
                  <a:pt x="5117537" y="1568193"/>
                  <a:pt x="5101767" y="1647359"/>
                </a:cubicBezTo>
                <a:cubicBezTo>
                  <a:pt x="5093584" y="1688209"/>
                  <a:pt x="5115626" y="1706770"/>
                  <a:pt x="5135030" y="1731061"/>
                </a:cubicBezTo>
                <a:cubicBezTo>
                  <a:pt x="5203090" y="1816944"/>
                  <a:pt x="5278566" y="1897224"/>
                  <a:pt x="5321944" y="2003361"/>
                </a:cubicBezTo>
                <a:cubicBezTo>
                  <a:pt x="5239878" y="1971324"/>
                  <a:pt x="5191106" y="1897335"/>
                  <a:pt x="5107240" y="1850840"/>
                </a:cubicBezTo>
                <a:cubicBezTo>
                  <a:pt x="5146549" y="1965041"/>
                  <a:pt x="5224816" y="2036621"/>
                  <a:pt x="5290952" y="2116036"/>
                </a:cubicBezTo>
                <a:cubicBezTo>
                  <a:pt x="5321198" y="2152238"/>
                  <a:pt x="5345753" y="2195120"/>
                  <a:pt x="5388446" y="2220887"/>
                </a:cubicBezTo>
                <a:cubicBezTo>
                  <a:pt x="5403552" y="2230128"/>
                  <a:pt x="5428090" y="2247608"/>
                  <a:pt x="5403992" y="2273010"/>
                </a:cubicBezTo>
                <a:cubicBezTo>
                  <a:pt x="5383871" y="2294002"/>
                  <a:pt x="5363583" y="2281535"/>
                  <a:pt x="5345240" y="2269525"/>
                </a:cubicBezTo>
                <a:cubicBezTo>
                  <a:pt x="5301305" y="2240459"/>
                  <a:pt x="5249677" y="2227961"/>
                  <a:pt x="5181971" y="2212341"/>
                </a:cubicBezTo>
                <a:cubicBezTo>
                  <a:pt x="5210776" y="2304349"/>
                  <a:pt x="5323140" y="2305426"/>
                  <a:pt x="5342451" y="2399541"/>
                </a:cubicBezTo>
                <a:cubicBezTo>
                  <a:pt x="5276493" y="2399374"/>
                  <a:pt x="5240279" y="2358756"/>
                  <a:pt x="5193127" y="2341296"/>
                </a:cubicBezTo>
                <a:cubicBezTo>
                  <a:pt x="5150483" y="2325566"/>
                  <a:pt x="5134316" y="2337131"/>
                  <a:pt x="5128778" y="2384953"/>
                </a:cubicBezTo>
                <a:cubicBezTo>
                  <a:pt x="5120098" y="2459440"/>
                  <a:pt x="5082689" y="2490060"/>
                  <a:pt x="5024779" y="2455361"/>
                </a:cubicBezTo>
                <a:cubicBezTo>
                  <a:pt x="4971160" y="2423009"/>
                  <a:pt x="4955618" y="2448088"/>
                  <a:pt x="4957119" y="2492221"/>
                </a:cubicBezTo>
                <a:cubicBezTo>
                  <a:pt x="4957659" y="2508307"/>
                  <a:pt x="4955422" y="2522819"/>
                  <a:pt x="4951208" y="2536243"/>
                </a:cubicBezTo>
                <a:lnTo>
                  <a:pt x="4942986" y="2553582"/>
                </a:lnTo>
                <a:lnTo>
                  <a:pt x="0" y="2553582"/>
                </a:lnTo>
                <a:lnTo>
                  <a:pt x="10415" y="2540282"/>
                </a:lnTo>
                <a:cubicBezTo>
                  <a:pt x="21321" y="2529317"/>
                  <a:pt x="34083" y="2520126"/>
                  <a:pt x="50390" y="2514109"/>
                </a:cubicBezTo>
                <a:cubicBezTo>
                  <a:pt x="60150" y="2510393"/>
                  <a:pt x="69288" y="2504190"/>
                  <a:pt x="78593" y="2498362"/>
                </a:cubicBezTo>
                <a:cubicBezTo>
                  <a:pt x="79663" y="2490260"/>
                  <a:pt x="77016" y="2483287"/>
                  <a:pt x="68604" y="2478966"/>
                </a:cubicBezTo>
                <a:cubicBezTo>
                  <a:pt x="15119" y="2451323"/>
                  <a:pt x="33815" y="2412284"/>
                  <a:pt x="51592" y="2367344"/>
                </a:cubicBezTo>
                <a:cubicBezTo>
                  <a:pt x="73482" y="2311677"/>
                  <a:pt x="117178" y="2293901"/>
                  <a:pt x="167239" y="2281968"/>
                </a:cubicBezTo>
                <a:cubicBezTo>
                  <a:pt x="184333" y="2277976"/>
                  <a:pt x="204809" y="2283134"/>
                  <a:pt x="218700" y="2261009"/>
                </a:cubicBezTo>
                <a:cubicBezTo>
                  <a:pt x="202945" y="2233233"/>
                  <a:pt x="167661" y="2244301"/>
                  <a:pt x="144260" y="2232104"/>
                </a:cubicBezTo>
                <a:cubicBezTo>
                  <a:pt x="124982" y="2221882"/>
                  <a:pt x="89225" y="2216464"/>
                  <a:pt x="132450" y="2182200"/>
                </a:cubicBezTo>
                <a:cubicBezTo>
                  <a:pt x="145069" y="2172139"/>
                  <a:pt x="138401" y="2161211"/>
                  <a:pt x="128269" y="2157485"/>
                </a:cubicBezTo>
                <a:cubicBezTo>
                  <a:pt x="45771" y="2128357"/>
                  <a:pt x="114856" y="2054401"/>
                  <a:pt x="102768" y="2004430"/>
                </a:cubicBezTo>
                <a:cubicBezTo>
                  <a:pt x="99143" y="1990876"/>
                  <a:pt x="114661" y="1971808"/>
                  <a:pt x="128485" y="1969383"/>
                </a:cubicBezTo>
                <a:cubicBezTo>
                  <a:pt x="216478" y="1953355"/>
                  <a:pt x="255260" y="1875600"/>
                  <a:pt x="316632" y="1814867"/>
                </a:cubicBezTo>
                <a:cubicBezTo>
                  <a:pt x="286607" y="1778049"/>
                  <a:pt x="240843" y="1760915"/>
                  <a:pt x="204084" y="1732869"/>
                </a:cubicBezTo>
                <a:cubicBezTo>
                  <a:pt x="165873" y="1703815"/>
                  <a:pt x="170805" y="1689937"/>
                  <a:pt x="227085" y="1644378"/>
                </a:cubicBezTo>
                <a:cubicBezTo>
                  <a:pt x="135002" y="1609983"/>
                  <a:pt x="135002" y="1609983"/>
                  <a:pt x="194840" y="1531510"/>
                </a:cubicBezTo>
                <a:cubicBezTo>
                  <a:pt x="155738" y="1518118"/>
                  <a:pt x="147268" y="1431235"/>
                  <a:pt x="153201" y="1357062"/>
                </a:cubicBezTo>
                <a:lnTo>
                  <a:pt x="156754" y="1330318"/>
                </a:lnTo>
                <a:lnTo>
                  <a:pt x="158203" y="1327353"/>
                </a:lnTo>
                <a:cubicBezTo>
                  <a:pt x="164944" y="1313010"/>
                  <a:pt x="174305" y="1292418"/>
                  <a:pt x="183908" y="1271808"/>
                </a:cubicBezTo>
                <a:lnTo>
                  <a:pt x="192178" y="1254359"/>
                </a:lnTo>
                <a:lnTo>
                  <a:pt x="197963" y="1258870"/>
                </a:lnTo>
                <a:cubicBezTo>
                  <a:pt x="201319" y="1265759"/>
                  <a:pt x="204343" y="1269123"/>
                  <a:pt x="207082" y="1270177"/>
                </a:cubicBezTo>
                <a:cubicBezTo>
                  <a:pt x="215301" y="1273335"/>
                  <a:pt x="220953" y="1255680"/>
                  <a:pt x="225258" y="1249926"/>
                </a:cubicBezTo>
                <a:cubicBezTo>
                  <a:pt x="239225" y="1231830"/>
                  <a:pt x="229470" y="1215162"/>
                  <a:pt x="225383" y="1197822"/>
                </a:cubicBezTo>
                <a:cubicBezTo>
                  <a:pt x="223809" y="1191435"/>
                  <a:pt x="212069" y="1213060"/>
                  <a:pt x="198195" y="1241661"/>
                </a:cubicBezTo>
                <a:lnTo>
                  <a:pt x="192178" y="1254359"/>
                </a:lnTo>
                <a:lnTo>
                  <a:pt x="185425" y="1249095"/>
                </a:lnTo>
                <a:lnTo>
                  <a:pt x="194847" y="1225969"/>
                </a:lnTo>
                <a:cubicBezTo>
                  <a:pt x="218144" y="1169629"/>
                  <a:pt x="242658" y="1113997"/>
                  <a:pt x="248781" y="1110761"/>
                </a:cubicBezTo>
                <a:cubicBezTo>
                  <a:pt x="313786" y="1076283"/>
                  <a:pt x="321395" y="965784"/>
                  <a:pt x="418181" y="974220"/>
                </a:cubicBezTo>
                <a:cubicBezTo>
                  <a:pt x="461819" y="977818"/>
                  <a:pt x="495215" y="944914"/>
                  <a:pt x="532987" y="931088"/>
                </a:cubicBezTo>
                <a:cubicBezTo>
                  <a:pt x="664440" y="883526"/>
                  <a:pt x="768295" y="806734"/>
                  <a:pt x="846702" y="686183"/>
                </a:cubicBezTo>
                <a:cubicBezTo>
                  <a:pt x="868484" y="652881"/>
                  <a:pt x="913166" y="632329"/>
                  <a:pt x="946487" y="606427"/>
                </a:cubicBezTo>
                <a:cubicBezTo>
                  <a:pt x="943857" y="580742"/>
                  <a:pt x="867909" y="616319"/>
                  <a:pt x="909859" y="561037"/>
                </a:cubicBezTo>
                <a:cubicBezTo>
                  <a:pt x="941546" y="519374"/>
                  <a:pt x="991572" y="500749"/>
                  <a:pt x="1038549" y="483076"/>
                </a:cubicBezTo>
                <a:cubicBezTo>
                  <a:pt x="1092404" y="463016"/>
                  <a:pt x="1148626" y="449861"/>
                  <a:pt x="1187871" y="397948"/>
                </a:cubicBezTo>
                <a:cubicBezTo>
                  <a:pt x="1194206" y="389666"/>
                  <a:pt x="1884389" y="14461"/>
                  <a:pt x="2747400" y="406"/>
                </a:cubicBezTo>
                <a:close/>
              </a:path>
            </a:pathLst>
          </a:custGeom>
        </p:spPr>
      </p:pic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A9F1F9C-FF34-41EE-B196-19270A1AA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3131" y="636104"/>
            <a:ext cx="8348870" cy="6321287"/>
          </a:xfrm>
        </p:spPr>
        <p:txBody>
          <a:bodyPr>
            <a:noAutofit/>
          </a:bodyPr>
          <a:lstStyle/>
          <a:p>
            <a:r>
              <a:rPr lang="he-IL" sz="2400" dirty="0"/>
              <a:t>האסלאם הסוני והאסלאם השיעי הם שני הזרמים המרכזיים באסלאם.</a:t>
            </a:r>
          </a:p>
          <a:p>
            <a:r>
              <a:rPr lang="he-IL" sz="2400" dirty="0"/>
              <a:t>בהערכה גסה כמעט 90 אחוז מהמוסלמים הם סונים, בעוד כ10% הם שיעים. </a:t>
            </a:r>
          </a:p>
          <a:p>
            <a:r>
              <a:rPr lang="he-IL" sz="2400" dirty="0"/>
              <a:t>המחלוקת ביניהם מתבססת בהגדרת היורש של מוחמד, ומי יכול לשמש כ"אימאם" או "חליף" בימים אלו. </a:t>
            </a:r>
          </a:p>
          <a:p>
            <a:r>
              <a:rPr lang="he-IL" sz="2400" dirty="0"/>
              <a:t>קיימים גם זרמים נוספים של אסלם אך הם שוליים ביחס למספר השיעים והסונים.</a:t>
            </a:r>
          </a:p>
          <a:p>
            <a:r>
              <a:rPr lang="he-IL" sz="2400" dirty="0"/>
              <a:t>הסונים הם רוב במרבית הקהילות המוסלמיות: בדרום-מזרח אסיה, באפריקה וכן במרבית המדינות המוסלמיות. </a:t>
            </a:r>
          </a:p>
          <a:p>
            <a:r>
              <a:rPr lang="he-IL" sz="2400" dirty="0"/>
              <a:t>השיעים מהווים רוב באיראן, בעיראק ובבחריין וכן מהווים מיעוט משמעותי בלבנון.</a:t>
            </a:r>
          </a:p>
          <a:p>
            <a:r>
              <a:rPr lang="he-IL" sz="2400" dirty="0"/>
              <a:t>לאורך ההיסטוריה היו מלחמות רבות עקובות בדם בין השיעים לסונים, עד ימינו.</a:t>
            </a:r>
          </a:p>
          <a:p>
            <a:r>
              <a:rPr lang="he-IL" sz="2400" dirty="0"/>
              <a:t>ב-2 בינואר 2016, האייתולה השיעי נימר א-נימר, אשר התנגד למשטר הסוני בערב הסעודית, הוצא להורג</a:t>
            </a:r>
          </a:p>
        </p:txBody>
      </p:sp>
    </p:spTree>
    <p:extLst>
      <p:ext uri="{BB962C8B-B14F-4D97-AF65-F5344CB8AC3E}">
        <p14:creationId xmlns:p14="http://schemas.microsoft.com/office/powerpoint/2010/main" val="452636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231BF440-39FA-4087-84CC-2EEC0BBDA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3234ED8D-552D-4B78-B53E-BC25C31988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56" r="-2" b="1763"/>
          <a:stretch/>
        </p:blipFill>
        <p:spPr>
          <a:xfrm>
            <a:off x="7363326" y="10"/>
            <a:ext cx="4828674" cy="336498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0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1210305" y="3364992"/>
                </a:lnTo>
                <a:lnTo>
                  <a:pt x="1192705" y="2943200"/>
                </a:lnTo>
                <a:cubicBezTo>
                  <a:pt x="1098874" y="1825108"/>
                  <a:pt x="684692" y="821621"/>
                  <a:pt x="62981" y="69271"/>
                </a:cubicBezTo>
                <a:close/>
              </a:path>
            </a:pathLst>
          </a:custGeom>
        </p:spPr>
      </p:pic>
      <p:pic>
        <p:nvPicPr>
          <p:cNvPr id="14" name="מציין מיקום תוכן 13" descr="תמונה שמכילה אדם, חוץ, שמים, אנשים&#10;&#10;התיאור נוצר באופן אוטומטי">
            <a:extLst>
              <a:ext uri="{FF2B5EF4-FFF2-40B4-BE49-F238E27FC236}">
                <a16:creationId xmlns:a16="http://schemas.microsoft.com/office/drawing/2014/main" id="{5C673EF8-A4BB-4A8A-9D28-EC2295AC96B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12" r="-2" b="15514"/>
          <a:stretch/>
        </p:blipFill>
        <p:spPr>
          <a:xfrm>
            <a:off x="7363326" y="3364992"/>
            <a:ext cx="4828674" cy="3493008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1210305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0" y="3364992"/>
                </a:lnTo>
                <a:lnTo>
                  <a:pt x="62981" y="3295722"/>
                </a:lnTo>
                <a:cubicBezTo>
                  <a:pt x="684692" y="2543371"/>
                  <a:pt x="1098874" y="1539884"/>
                  <a:pt x="1192705" y="421793"/>
                </a:cubicBezTo>
                <a:close/>
              </a:path>
            </a:pathLst>
          </a:custGeom>
        </p:spPr>
      </p:pic>
      <p:sp useBgFill="1">
        <p:nvSpPr>
          <p:cNvPr id="54" name="Freeform: Shape 53">
            <a:extLst>
              <a:ext uri="{FF2B5EF4-FFF2-40B4-BE49-F238E27FC236}">
                <a16:creationId xmlns:a16="http://schemas.microsoft.com/office/drawing/2014/main" id="{F04E4CBA-303B-48BD-8451-C2701CB0E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1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4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4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4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4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6" name="Freeform: Shape 55">
            <a:extLst>
              <a:ext uri="{FF2B5EF4-FFF2-40B4-BE49-F238E27FC236}">
                <a16:creationId xmlns:a16="http://schemas.microsoft.com/office/drawing/2014/main" id="{F6CA58B3-AFCC-4A40-9882-50D508087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7332" cy="6858000"/>
          </a:xfrm>
          <a:custGeom>
            <a:avLst/>
            <a:gdLst>
              <a:gd name="connsiteX0" fmla="*/ 0 w 6087332"/>
              <a:gd name="connsiteY0" fmla="*/ 0 h 6858000"/>
              <a:gd name="connsiteX1" fmla="*/ 4874355 w 6087332"/>
              <a:gd name="connsiteY1" fmla="*/ 0 h 6858000"/>
              <a:gd name="connsiteX2" fmla="*/ 4937337 w 6087332"/>
              <a:gd name="connsiteY2" fmla="*/ 69271 h 6858000"/>
              <a:gd name="connsiteX3" fmla="*/ 6087332 w 6087332"/>
              <a:gd name="connsiteY3" fmla="*/ 3429000 h 6858000"/>
              <a:gd name="connsiteX4" fmla="*/ 4937337 w 6087332"/>
              <a:gd name="connsiteY4" fmla="*/ 6788730 h 6858000"/>
              <a:gd name="connsiteX5" fmla="*/ 4874355 w 6087332"/>
              <a:gd name="connsiteY5" fmla="*/ 6858000 h 6858000"/>
              <a:gd name="connsiteX6" fmla="*/ 0 w 6087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7332" h="6858000">
                <a:moveTo>
                  <a:pt x="0" y="0"/>
                </a:moveTo>
                <a:lnTo>
                  <a:pt x="4874355" y="0"/>
                </a:lnTo>
                <a:lnTo>
                  <a:pt x="4937337" y="69271"/>
                </a:lnTo>
                <a:cubicBezTo>
                  <a:pt x="5647863" y="929100"/>
                  <a:pt x="6087332" y="2116944"/>
                  <a:pt x="6087332" y="3429000"/>
                </a:cubicBezTo>
                <a:cubicBezTo>
                  <a:pt x="6087332" y="4741056"/>
                  <a:pt x="5647863" y="5928900"/>
                  <a:pt x="4937337" y="6788730"/>
                </a:cubicBezTo>
                <a:lnTo>
                  <a:pt x="487435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BE613C4B-7BA0-497E-9320-75F8CC8FC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824" y="179303"/>
            <a:ext cx="4832802" cy="1243584"/>
          </a:xfrm>
        </p:spPr>
        <p:txBody>
          <a:bodyPr>
            <a:normAutofit/>
          </a:bodyPr>
          <a:lstStyle/>
          <a:p>
            <a:r>
              <a:rPr lang="he-IL" sz="3400" b="1" u="sng" dirty="0">
                <a:solidFill>
                  <a:srgbClr val="FFC000"/>
                </a:solidFill>
                <a:cs typeface="+mn-cs"/>
              </a:rPr>
              <a:t>האסלם בארצות הברית</a:t>
            </a:r>
            <a:br>
              <a:rPr lang="he-IL" sz="3400" b="1" u="sng" dirty="0">
                <a:solidFill>
                  <a:srgbClr val="FFC000"/>
                </a:solidFill>
              </a:rPr>
            </a:br>
            <a:endParaRPr lang="he-IL" sz="3400" b="1" u="sng" dirty="0">
              <a:solidFill>
                <a:srgbClr val="FFC000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544" y="2194560"/>
            <a:ext cx="4892040" cy="18288"/>
          </a:xfrm>
          <a:prstGeom prst="rect">
            <a:avLst/>
          </a:prstGeom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A00AE6B-AA30-4CF8-BA6F-339B780AD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544" y="2194560"/>
            <a:ext cx="4892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15CAA8FB-0C62-47DE-B1D5-B2437C74A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559" y="1230334"/>
            <a:ext cx="6866298" cy="525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sz="2000" dirty="0"/>
              <a:t>•אסלאם היא הדת השלישית בגודלה בארצות הברית, אחרי נצרות ויהדות, ובעלת קצב הגדילה המהיר ביותר</a:t>
            </a:r>
          </a:p>
          <a:p>
            <a:r>
              <a:rPr lang="he-IL" sz="2000" dirty="0"/>
              <a:t>מספרם עומד על 3.45 מיליון, שזהו 1.1% אחוז מכלל אוכלוסיית ארצות הברית.</a:t>
            </a:r>
          </a:p>
          <a:p>
            <a:pPr marL="0" indent="0">
              <a:buNone/>
            </a:pPr>
            <a:r>
              <a:rPr lang="he-IL" sz="2000" dirty="0"/>
              <a:t>•מעל 50% מהמוסלמים בארצות הברית לא נולדו בה, וכ-86% הם אזרחים, בשנת 2005 כ-96,000 מהגרים ממדינות מוסלמיות הפכו לתושבי קבע חוקיים בארצות הברית, יותר מאשר שני העשורים שקדמו לשנה זו.</a:t>
            </a:r>
          </a:p>
          <a:p>
            <a:r>
              <a:rPr lang="he-IL" sz="2000" dirty="0"/>
              <a:t>בשנת 1934 הוקמה תנועת ה</a:t>
            </a:r>
            <a:r>
              <a:rPr lang="en-US" sz="2000" dirty="0"/>
              <a:t>NOI</a:t>
            </a:r>
            <a:r>
              <a:rPr lang="he-IL" sz="2000" dirty="0"/>
              <a:t> , תנועת "אומת האסלאם" שבאה לייצג רעיון יותר גלובאלי של דת האסלם. שתנועה הובילה להתאסלמותם של אזרחים אמריקאיים, בעיקר אפרו אמריקאים, כמו </a:t>
            </a:r>
            <a:r>
              <a:rPr lang="en-US" sz="2000" dirty="0"/>
              <a:t>Malcom x</a:t>
            </a:r>
            <a:r>
              <a:rPr lang="he-IL" sz="2000" dirty="0"/>
              <a:t>, מוחמד עלי, </a:t>
            </a:r>
            <a:r>
              <a:rPr lang="he-IL" sz="2000" dirty="0" err="1"/>
              <a:t>וקארים</a:t>
            </a:r>
            <a:r>
              <a:rPr lang="he-IL" sz="2000" dirty="0"/>
              <a:t> עבדול ג'אבר אך גם אזרחים לבנים שהתחברו לאסלם ביחד עם רעיונות השלום והאחווה שהיו נפוצים בשנות ה60 כמו </a:t>
            </a:r>
            <a:r>
              <a:rPr lang="he-IL" sz="2000" dirty="0" err="1"/>
              <a:t>קאט</a:t>
            </a:r>
            <a:r>
              <a:rPr lang="he-IL" sz="2000" dirty="0"/>
              <a:t> </a:t>
            </a:r>
            <a:r>
              <a:rPr lang="he-IL" sz="2000" dirty="0" err="1"/>
              <a:t>סטיבנס</a:t>
            </a:r>
            <a:r>
              <a:rPr lang="he-IL" sz="2000" dirty="0"/>
              <a:t>.</a:t>
            </a:r>
          </a:p>
          <a:p>
            <a:r>
              <a:rPr lang="he-IL" sz="2000" dirty="0"/>
              <a:t>אחרי פיגועי "11/9" מוסלמים חוו בארצות הברית שיא של פיגועי שנאה ואפליה מצד גורמי ממשל.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09874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D96FDFD-4E42-4A06-B8B5-768A1DB9C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71C5727F-68B4-40D9-B558-965F63D05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66050" y="371718"/>
            <a:ext cx="6970723" cy="1006915"/>
          </a:xfrm>
        </p:spPr>
        <p:txBody>
          <a:bodyPr anchor="b">
            <a:normAutofit fontScale="90000"/>
          </a:bodyPr>
          <a:lstStyle/>
          <a:p>
            <a:r>
              <a:rPr lang="he-IL" b="1" u="sng" dirty="0">
                <a:solidFill>
                  <a:srgbClr val="FFC000"/>
                </a:solidFill>
                <a:cs typeface="+mn-cs"/>
              </a:rPr>
              <a:t>האסלם באירופה</a:t>
            </a:r>
            <a:br>
              <a:rPr lang="he-IL" b="1" u="sng" dirty="0"/>
            </a:br>
            <a:endParaRPr lang="he-IL" b="1" u="sng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B525FC7-6CCD-4671-A717-2FD19F882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44037" y="875176"/>
            <a:ext cx="7765775" cy="6155635"/>
          </a:xfrm>
        </p:spPr>
        <p:txBody>
          <a:bodyPr>
            <a:noAutofit/>
          </a:bodyPr>
          <a:lstStyle/>
          <a:p>
            <a:r>
              <a:rPr lang="he-IL" sz="2500" dirty="0"/>
              <a:t>לפי מכון פיו, בשנת 2018 4.9% מתושבי היבשת היו מוסלמים, כ-25.8 מיליון בני אדם ב-30 מדינות.</a:t>
            </a:r>
          </a:p>
          <a:p>
            <a:r>
              <a:rPr lang="he-IL" sz="2500" dirty="0"/>
              <a:t>מאז המחצית השנייה של המאה העשרים גדל מספרם של בני דת האסלאם באירופה באופן ניכר, בשל הגירה מאסיבית, בעיקר מהמזרח התיכון ומצפון אפריקה, ושיעור ילודה גבוה ביחס לאוכלוסייה המקומית.</a:t>
            </a:r>
          </a:p>
          <a:p>
            <a:r>
              <a:rPr lang="he-IL" sz="2500" dirty="0"/>
              <a:t>מחקרים רבים מראים בהתבסס על נתוני ילודה כי אחוז המוסלמים ביבשת ימשיך לעלות גם ללא כל הגירה נוספת.</a:t>
            </a:r>
          </a:p>
          <a:p>
            <a:r>
              <a:rPr lang="he-IL" sz="2500" dirty="0"/>
              <a:t>ישנן מדינות שבהן הדת השלטת היא אסלם.</a:t>
            </a:r>
          </a:p>
          <a:p>
            <a:r>
              <a:rPr lang="he-IL" sz="2500" dirty="0"/>
              <a:t> אולם גם בקרב  הקהילות המוסלמיות נטמעות ומפוזרות גם בקרב מדינות לא מוסלמיות, אך גם שומרות על בידול ולעיתים שכונות מזוהות עם האוכלוסייה הופכות לאזורים מוכי פשע ואלימות.</a:t>
            </a:r>
          </a:p>
          <a:p>
            <a:r>
              <a:rPr lang="he-IL" sz="2500" dirty="0"/>
              <a:t> על פי מגזין </a:t>
            </a:r>
            <a:r>
              <a:rPr lang="he-IL" sz="2500" dirty="0" err="1"/>
              <a:t>פורבס</a:t>
            </a:r>
            <a:r>
              <a:rPr lang="he-IL" sz="2500" dirty="0"/>
              <a:t> בצרפת ובבריטניה, שיעור האבטלה בקרב המהגרים המוסלמים הוא 20%-40%</a:t>
            </a:r>
          </a:p>
          <a:p>
            <a:pPr marL="0" indent="0">
              <a:buNone/>
            </a:pPr>
            <a:endParaRPr lang="he-IL" sz="2500" dirty="0"/>
          </a:p>
          <a:p>
            <a:endParaRPr lang="he-IL" sz="2500" dirty="0"/>
          </a:p>
        </p:txBody>
      </p:sp>
      <p:pic>
        <p:nvPicPr>
          <p:cNvPr id="6" name="תמונה 5" descr="תמונה שמכילה שמים, חוץ, אדם&#10;&#10;התיאור נוצר באופן אוטומטי">
            <a:extLst>
              <a:ext uri="{FF2B5EF4-FFF2-40B4-BE49-F238E27FC236}">
                <a16:creationId xmlns:a16="http://schemas.microsoft.com/office/drawing/2014/main" id="{4C56ABCF-B143-4D5D-A099-5C6CE91F9B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88" r="20839"/>
          <a:stretch/>
        </p:blipFill>
        <p:spPr>
          <a:xfrm>
            <a:off x="9138532" y="4262511"/>
            <a:ext cx="3062368" cy="2595495"/>
          </a:xfrm>
          <a:custGeom>
            <a:avLst/>
            <a:gdLst/>
            <a:ahLst/>
            <a:cxnLst/>
            <a:rect l="l" t="t" r="r" b="b"/>
            <a:pathLst>
              <a:path w="3747932" h="3176541">
                <a:moveTo>
                  <a:pt x="3239865" y="21"/>
                </a:moveTo>
                <a:cubicBezTo>
                  <a:pt x="3261821" y="112"/>
                  <a:pt x="3278837" y="498"/>
                  <a:pt x="3290337" y="938"/>
                </a:cubicBezTo>
                <a:cubicBezTo>
                  <a:pt x="3401766" y="5376"/>
                  <a:pt x="3510165" y="23128"/>
                  <a:pt x="3616543" y="49449"/>
                </a:cubicBezTo>
                <a:lnTo>
                  <a:pt x="3747932" y="87091"/>
                </a:lnTo>
                <a:lnTo>
                  <a:pt x="3747932" y="3176541"/>
                </a:lnTo>
                <a:lnTo>
                  <a:pt x="401358" y="3176541"/>
                </a:lnTo>
                <a:lnTo>
                  <a:pt x="398780" y="3136258"/>
                </a:lnTo>
                <a:cubicBezTo>
                  <a:pt x="400956" y="3079023"/>
                  <a:pt x="437945" y="3052703"/>
                  <a:pt x="483325" y="3030665"/>
                </a:cubicBezTo>
                <a:cubicBezTo>
                  <a:pt x="498866" y="3023015"/>
                  <a:pt x="520932" y="3023320"/>
                  <a:pt x="526840" y="2999447"/>
                </a:cubicBezTo>
                <a:cubicBezTo>
                  <a:pt x="501352" y="2976798"/>
                  <a:pt x="470270" y="2995161"/>
                  <a:pt x="442916" y="2988735"/>
                </a:cubicBezTo>
                <a:cubicBezTo>
                  <a:pt x="420228" y="2983533"/>
                  <a:pt x="382618" y="2986286"/>
                  <a:pt x="413701" y="2944662"/>
                </a:cubicBezTo>
                <a:cubicBezTo>
                  <a:pt x="422716" y="2932726"/>
                  <a:pt x="412147" y="2923542"/>
                  <a:pt x="400645" y="2922625"/>
                </a:cubicBezTo>
                <a:cubicBezTo>
                  <a:pt x="308644" y="2913137"/>
                  <a:pt x="350915" y="2828968"/>
                  <a:pt x="321386" y="2784590"/>
                </a:cubicBezTo>
                <a:cubicBezTo>
                  <a:pt x="313307" y="2772348"/>
                  <a:pt x="322010" y="2751230"/>
                  <a:pt x="334753" y="2746027"/>
                </a:cubicBezTo>
                <a:cubicBezTo>
                  <a:pt x="416187" y="2711746"/>
                  <a:pt x="427377" y="2630027"/>
                  <a:pt x="466852" y="2559632"/>
                </a:cubicBezTo>
                <a:cubicBezTo>
                  <a:pt x="423957" y="2531782"/>
                  <a:pt x="372673" y="2525661"/>
                  <a:pt x="326361" y="2507602"/>
                </a:cubicBezTo>
                <a:cubicBezTo>
                  <a:pt x="278183" y="2488626"/>
                  <a:pt x="278183" y="2474547"/>
                  <a:pt x="317968" y="2419457"/>
                </a:cubicBezTo>
                <a:cubicBezTo>
                  <a:pt x="214465" y="2407519"/>
                  <a:pt x="214465" y="2407519"/>
                  <a:pt x="246479" y="2320903"/>
                </a:cubicBezTo>
                <a:cubicBezTo>
                  <a:pt x="159758" y="2312945"/>
                  <a:pt x="102570" y="2271933"/>
                  <a:pt x="89205" y="2182255"/>
                </a:cubicBezTo>
                <a:cubicBezTo>
                  <a:pt x="82677" y="2138795"/>
                  <a:pt x="43514" y="2118290"/>
                  <a:pt x="0" y="2089213"/>
                </a:cubicBezTo>
                <a:cubicBezTo>
                  <a:pt x="54081" y="2061053"/>
                  <a:pt x="90759" y="2002290"/>
                  <a:pt x="153855" y="2064423"/>
                </a:cubicBezTo>
                <a:cubicBezTo>
                  <a:pt x="176855" y="2087070"/>
                  <a:pt x="174683" y="2058300"/>
                  <a:pt x="177788" y="2050037"/>
                </a:cubicBezTo>
                <a:cubicBezTo>
                  <a:pt x="185247" y="2029838"/>
                  <a:pt x="169707" y="2016369"/>
                  <a:pt x="159450" y="2001067"/>
                </a:cubicBezTo>
                <a:cubicBezTo>
                  <a:pt x="149504" y="1985763"/>
                  <a:pt x="137691" y="1969543"/>
                  <a:pt x="134895" y="1952400"/>
                </a:cubicBezTo>
                <a:cubicBezTo>
                  <a:pt x="133031" y="1940465"/>
                  <a:pt x="142044" y="1923021"/>
                  <a:pt x="151990" y="1914144"/>
                </a:cubicBezTo>
                <a:cubicBezTo>
                  <a:pt x="204209" y="1867316"/>
                  <a:pt x="173127" y="1762030"/>
                  <a:pt x="271969" y="1748562"/>
                </a:cubicBezTo>
                <a:cubicBezTo>
                  <a:pt x="316415" y="1742443"/>
                  <a:pt x="337860" y="1703878"/>
                  <a:pt x="370497" y="1682760"/>
                </a:cubicBezTo>
                <a:cubicBezTo>
                  <a:pt x="483946" y="1608999"/>
                  <a:pt x="559787" y="1514119"/>
                  <a:pt x="594908" y="1383735"/>
                </a:cubicBezTo>
                <a:cubicBezTo>
                  <a:pt x="604543" y="1347620"/>
                  <a:pt x="641532" y="1318542"/>
                  <a:pt x="665465" y="1286713"/>
                </a:cubicBezTo>
                <a:cubicBezTo>
                  <a:pt x="653963" y="1263452"/>
                  <a:pt x="591178" y="1313647"/>
                  <a:pt x="613246" y="1252435"/>
                </a:cubicBezTo>
                <a:cubicBezTo>
                  <a:pt x="630030" y="1206524"/>
                  <a:pt x="672925" y="1178060"/>
                  <a:pt x="713332" y="1150820"/>
                </a:cubicBezTo>
                <a:cubicBezTo>
                  <a:pt x="759333" y="1119908"/>
                  <a:pt x="810307" y="1095117"/>
                  <a:pt x="831133" y="1037883"/>
                </a:cubicBezTo>
                <a:cubicBezTo>
                  <a:pt x="835485" y="1025640"/>
                  <a:pt x="849470" y="1012785"/>
                  <a:pt x="861903" y="1007887"/>
                </a:cubicBezTo>
                <a:cubicBezTo>
                  <a:pt x="1469751" y="63584"/>
                  <a:pt x="2910527" y="-1353"/>
                  <a:pt x="3239865" y="21"/>
                </a:cubicBezTo>
                <a:close/>
              </a:path>
            </a:pathLst>
          </a:custGeom>
        </p:spPr>
      </p:pic>
      <p:pic>
        <p:nvPicPr>
          <p:cNvPr id="10" name="תמונה 9" descr="תמונה שמכילה אדם, אנשים, קהל, קבוצה&#10;&#10;התיאור נוצר באופן אוטומטי">
            <a:extLst>
              <a:ext uri="{FF2B5EF4-FFF2-40B4-BE49-F238E27FC236}">
                <a16:creationId xmlns:a16="http://schemas.microsoft.com/office/drawing/2014/main" id="{009E2507-5A6E-46F1-A2FC-86DCAA8EF3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44" r="17051" b="2"/>
          <a:stretch/>
        </p:blipFill>
        <p:spPr>
          <a:xfrm>
            <a:off x="7477701" y="2711394"/>
            <a:ext cx="2697435" cy="2711395"/>
          </a:xfrm>
          <a:custGeom>
            <a:avLst/>
            <a:gdLst/>
            <a:ahLst/>
            <a:cxnLst/>
            <a:rect l="l" t="t" r="r" b="b"/>
            <a:pathLst>
              <a:path w="3458367" h="3476265">
                <a:moveTo>
                  <a:pt x="549716" y="15"/>
                </a:moveTo>
                <a:cubicBezTo>
                  <a:pt x="557611" y="271"/>
                  <a:pt x="565778" y="3856"/>
                  <a:pt x="573176" y="4995"/>
                </a:cubicBezTo>
                <a:cubicBezTo>
                  <a:pt x="736504" y="30493"/>
                  <a:pt x="899830" y="58040"/>
                  <a:pt x="1063336" y="82398"/>
                </a:cubicBezTo>
                <a:cubicBezTo>
                  <a:pt x="1216195" y="105163"/>
                  <a:pt x="1370136" y="110398"/>
                  <a:pt x="1523717" y="122237"/>
                </a:cubicBezTo>
                <a:cubicBezTo>
                  <a:pt x="1709602" y="136580"/>
                  <a:pt x="1895127" y="156841"/>
                  <a:pt x="2079929" y="188711"/>
                </a:cubicBezTo>
                <a:cubicBezTo>
                  <a:pt x="2208244" y="211023"/>
                  <a:pt x="2337823" y="226502"/>
                  <a:pt x="2467943" y="208745"/>
                </a:cubicBezTo>
                <a:cubicBezTo>
                  <a:pt x="2474439" y="207834"/>
                  <a:pt x="2481839" y="204876"/>
                  <a:pt x="2487253" y="207834"/>
                </a:cubicBezTo>
                <a:cubicBezTo>
                  <a:pt x="2550419" y="241073"/>
                  <a:pt x="2619357" y="217168"/>
                  <a:pt x="2684869" y="238113"/>
                </a:cubicBezTo>
                <a:cubicBezTo>
                  <a:pt x="2668085" y="318930"/>
                  <a:pt x="2596077" y="312327"/>
                  <a:pt x="2555471" y="368331"/>
                </a:cubicBezTo>
                <a:cubicBezTo>
                  <a:pt x="2621704" y="390639"/>
                  <a:pt x="2681259" y="413178"/>
                  <a:pt x="2741717" y="430023"/>
                </a:cubicBezTo>
                <a:cubicBezTo>
                  <a:pt x="2805785" y="447780"/>
                  <a:pt x="2860106" y="495816"/>
                  <a:pt x="2922728" y="517216"/>
                </a:cubicBezTo>
                <a:cubicBezTo>
                  <a:pt x="2936085" y="521769"/>
                  <a:pt x="2952146" y="537704"/>
                  <a:pt x="2956838" y="553184"/>
                </a:cubicBezTo>
                <a:cubicBezTo>
                  <a:pt x="2971997" y="603269"/>
                  <a:pt x="3274647" y="743732"/>
                  <a:pt x="3238914" y="788350"/>
                </a:cubicBezTo>
                <a:cubicBezTo>
                  <a:pt x="3224116" y="806791"/>
                  <a:pt x="3204986" y="819994"/>
                  <a:pt x="3184953" y="838207"/>
                </a:cubicBezTo>
                <a:cubicBezTo>
                  <a:pt x="3215093" y="872582"/>
                  <a:pt x="3249020" y="887608"/>
                  <a:pt x="3285115" y="897852"/>
                </a:cubicBezTo>
                <a:cubicBezTo>
                  <a:pt x="3295944" y="901039"/>
                  <a:pt x="3306591" y="907413"/>
                  <a:pt x="3307674" y="922894"/>
                </a:cubicBezTo>
                <a:cubicBezTo>
                  <a:pt x="3308757" y="939056"/>
                  <a:pt x="3297748" y="945429"/>
                  <a:pt x="3288544" y="952944"/>
                </a:cubicBezTo>
                <a:cubicBezTo>
                  <a:pt x="3275731" y="963415"/>
                  <a:pt x="3263278" y="972523"/>
                  <a:pt x="3247036" y="973888"/>
                </a:cubicBezTo>
                <a:cubicBezTo>
                  <a:pt x="3220325" y="975937"/>
                  <a:pt x="3207513" y="1005076"/>
                  <a:pt x="3191993" y="1026930"/>
                </a:cubicBezTo>
                <a:cubicBezTo>
                  <a:pt x="3183330" y="1039224"/>
                  <a:pt x="3178998" y="1064037"/>
                  <a:pt x="3194157" y="1068363"/>
                </a:cubicBezTo>
                <a:cubicBezTo>
                  <a:pt x="3230613" y="1078837"/>
                  <a:pt x="3227725" y="1109114"/>
                  <a:pt x="3226824" y="1143489"/>
                </a:cubicBezTo>
                <a:cubicBezTo>
                  <a:pt x="3225560" y="1186061"/>
                  <a:pt x="3204083" y="1205638"/>
                  <a:pt x="3177734" y="1222030"/>
                </a:cubicBezTo>
                <a:cubicBezTo>
                  <a:pt x="3168711" y="1227720"/>
                  <a:pt x="3155898" y="1227493"/>
                  <a:pt x="3152469" y="1245250"/>
                </a:cubicBezTo>
                <a:cubicBezTo>
                  <a:pt x="3167267" y="1262097"/>
                  <a:pt x="3185314" y="1248439"/>
                  <a:pt x="3201197" y="1253218"/>
                </a:cubicBezTo>
                <a:cubicBezTo>
                  <a:pt x="3214370" y="1257088"/>
                  <a:pt x="3236208" y="1255040"/>
                  <a:pt x="3218160" y="1286000"/>
                </a:cubicBezTo>
                <a:cubicBezTo>
                  <a:pt x="3212926" y="1294878"/>
                  <a:pt x="3219062" y="1301709"/>
                  <a:pt x="3225741" y="1302392"/>
                </a:cubicBezTo>
                <a:cubicBezTo>
                  <a:pt x="3279159" y="1309449"/>
                  <a:pt x="3254615" y="1372054"/>
                  <a:pt x="3271761" y="1405063"/>
                </a:cubicBezTo>
                <a:cubicBezTo>
                  <a:pt x="3276452" y="1414169"/>
                  <a:pt x="3271399" y="1429877"/>
                  <a:pt x="3263999" y="1433747"/>
                </a:cubicBezTo>
                <a:cubicBezTo>
                  <a:pt x="3216716" y="1459245"/>
                  <a:pt x="3210220" y="1520028"/>
                  <a:pt x="3187299" y="1572389"/>
                </a:cubicBezTo>
                <a:cubicBezTo>
                  <a:pt x="3212205" y="1593104"/>
                  <a:pt x="3241982" y="1597657"/>
                  <a:pt x="3268872" y="1611089"/>
                </a:cubicBezTo>
                <a:cubicBezTo>
                  <a:pt x="3296846" y="1625204"/>
                  <a:pt x="3296846" y="1635676"/>
                  <a:pt x="3273746" y="1676653"/>
                </a:cubicBezTo>
                <a:cubicBezTo>
                  <a:pt x="3333842" y="1685532"/>
                  <a:pt x="3333842" y="1685532"/>
                  <a:pt x="3315254" y="1749957"/>
                </a:cubicBezTo>
                <a:cubicBezTo>
                  <a:pt x="3365607" y="1755877"/>
                  <a:pt x="3398812" y="1786382"/>
                  <a:pt x="3406572" y="1853085"/>
                </a:cubicBezTo>
                <a:cubicBezTo>
                  <a:pt x="3410362" y="1885411"/>
                  <a:pt x="3433101" y="1900663"/>
                  <a:pt x="3458367" y="1922291"/>
                </a:cubicBezTo>
                <a:cubicBezTo>
                  <a:pt x="3426966" y="1943236"/>
                  <a:pt x="3405669" y="1986945"/>
                  <a:pt x="3369034" y="1940730"/>
                </a:cubicBezTo>
                <a:cubicBezTo>
                  <a:pt x="3355680" y="1923885"/>
                  <a:pt x="3356941" y="1945284"/>
                  <a:pt x="3355138" y="1951430"/>
                </a:cubicBezTo>
                <a:cubicBezTo>
                  <a:pt x="3350807" y="1966455"/>
                  <a:pt x="3359830" y="1976472"/>
                  <a:pt x="3365786" y="1987854"/>
                </a:cubicBezTo>
                <a:cubicBezTo>
                  <a:pt x="3371561" y="1999237"/>
                  <a:pt x="3378420" y="2011302"/>
                  <a:pt x="3380043" y="2024054"/>
                </a:cubicBezTo>
                <a:cubicBezTo>
                  <a:pt x="3381125" y="2032931"/>
                  <a:pt x="3375892" y="2045905"/>
                  <a:pt x="3370117" y="2052509"/>
                </a:cubicBezTo>
                <a:cubicBezTo>
                  <a:pt x="3339797" y="2087340"/>
                  <a:pt x="3357844" y="2165652"/>
                  <a:pt x="3300454" y="2175670"/>
                </a:cubicBezTo>
                <a:cubicBezTo>
                  <a:pt x="3274647" y="2180221"/>
                  <a:pt x="3262195" y="2208906"/>
                  <a:pt x="3243246" y="2224614"/>
                </a:cubicBezTo>
                <a:cubicBezTo>
                  <a:pt x="3177374" y="2279478"/>
                  <a:pt x="3133338" y="2350051"/>
                  <a:pt x="3112946" y="2447031"/>
                </a:cubicBezTo>
                <a:cubicBezTo>
                  <a:pt x="3107352" y="2473894"/>
                  <a:pt x="3085875" y="2495522"/>
                  <a:pt x="3071979" y="2519197"/>
                </a:cubicBezTo>
                <a:cubicBezTo>
                  <a:pt x="3078657" y="2536499"/>
                  <a:pt x="3115112" y="2499164"/>
                  <a:pt x="3102298" y="2544694"/>
                </a:cubicBezTo>
                <a:cubicBezTo>
                  <a:pt x="3092553" y="2578843"/>
                  <a:pt x="3067647" y="2600014"/>
                  <a:pt x="3044185" y="2620276"/>
                </a:cubicBezTo>
                <a:cubicBezTo>
                  <a:pt x="3017476" y="2643268"/>
                  <a:pt x="2987879" y="2661708"/>
                  <a:pt x="2975787" y="2704279"/>
                </a:cubicBezTo>
                <a:cubicBezTo>
                  <a:pt x="2973260" y="2713386"/>
                  <a:pt x="2965140" y="2722947"/>
                  <a:pt x="2957921" y="2726591"/>
                </a:cubicBezTo>
                <a:cubicBezTo>
                  <a:pt x="2581458" y="3475797"/>
                  <a:pt x="1654740" y="3480805"/>
                  <a:pt x="1547901" y="3475568"/>
                </a:cubicBezTo>
                <a:cubicBezTo>
                  <a:pt x="1418503" y="3468966"/>
                  <a:pt x="1296143" y="3422753"/>
                  <a:pt x="1176132" y="3365156"/>
                </a:cubicBezTo>
                <a:cubicBezTo>
                  <a:pt x="1125418" y="3340797"/>
                  <a:pt x="1078316" y="3306195"/>
                  <a:pt x="1029045" y="3279332"/>
                </a:cubicBezTo>
                <a:cubicBezTo>
                  <a:pt x="961009" y="3242223"/>
                  <a:pt x="908492" y="3171424"/>
                  <a:pt x="840634" y="3141601"/>
                </a:cubicBezTo>
                <a:cubicBezTo>
                  <a:pt x="770793" y="3110867"/>
                  <a:pt x="711057" y="3054638"/>
                  <a:pt x="639229" y="3030734"/>
                </a:cubicBezTo>
                <a:cubicBezTo>
                  <a:pt x="601330" y="3017985"/>
                  <a:pt x="564695" y="2994993"/>
                  <a:pt x="570649" y="2929200"/>
                </a:cubicBezTo>
                <a:cubicBezTo>
                  <a:pt x="572274" y="2910532"/>
                  <a:pt x="562349" y="2895282"/>
                  <a:pt x="546647" y="2900745"/>
                </a:cubicBezTo>
                <a:cubicBezTo>
                  <a:pt x="516690" y="2910989"/>
                  <a:pt x="503154" y="2883898"/>
                  <a:pt x="486550" y="2863636"/>
                </a:cubicBezTo>
                <a:cubicBezTo>
                  <a:pt x="456953" y="2827667"/>
                  <a:pt x="428801" y="2789422"/>
                  <a:pt x="381697" y="2783503"/>
                </a:cubicBezTo>
                <a:cubicBezTo>
                  <a:pt x="390720" y="2755272"/>
                  <a:pt x="406060" y="2759371"/>
                  <a:pt x="420137" y="2765290"/>
                </a:cubicBezTo>
                <a:cubicBezTo>
                  <a:pt x="457133" y="2780772"/>
                  <a:pt x="493769" y="2798300"/>
                  <a:pt x="530765" y="2813781"/>
                </a:cubicBezTo>
                <a:cubicBezTo>
                  <a:pt x="554948" y="2823799"/>
                  <a:pt x="578952" y="2837912"/>
                  <a:pt x="611257" y="2826755"/>
                </a:cubicBezTo>
                <a:cubicBezTo>
                  <a:pt x="583463" y="2769843"/>
                  <a:pt x="536180" y="2759598"/>
                  <a:pt x="497920" y="2742071"/>
                </a:cubicBezTo>
                <a:cubicBezTo>
                  <a:pt x="450096" y="2719988"/>
                  <a:pt x="421942" y="2678326"/>
                  <a:pt x="388193" y="2631885"/>
                </a:cubicBezTo>
                <a:cubicBezTo>
                  <a:pt x="423386" y="2620730"/>
                  <a:pt x="445223" y="2654879"/>
                  <a:pt x="472834" y="2653056"/>
                </a:cubicBezTo>
                <a:cubicBezTo>
                  <a:pt x="474279" y="2647140"/>
                  <a:pt x="476804" y="2638488"/>
                  <a:pt x="476444" y="2638259"/>
                </a:cubicBezTo>
                <a:cubicBezTo>
                  <a:pt x="431326" y="2612763"/>
                  <a:pt x="410211" y="2564956"/>
                  <a:pt x="403173" y="2507131"/>
                </a:cubicBezTo>
                <a:cubicBezTo>
                  <a:pt x="399563" y="2477310"/>
                  <a:pt x="383140" y="2467976"/>
                  <a:pt x="366897" y="2454316"/>
                </a:cubicBezTo>
                <a:cubicBezTo>
                  <a:pt x="310230" y="2405826"/>
                  <a:pt x="250314" y="2361890"/>
                  <a:pt x="203752" y="2295188"/>
                </a:cubicBezTo>
                <a:cubicBezTo>
                  <a:pt x="257532" y="2304066"/>
                  <a:pt x="300665" y="2347547"/>
                  <a:pt x="358597" y="2366215"/>
                </a:cubicBezTo>
                <a:cubicBezTo>
                  <a:pt x="312577" y="2292910"/>
                  <a:pt x="253020" y="2255803"/>
                  <a:pt x="198698" y="2211409"/>
                </a:cubicBezTo>
                <a:cubicBezTo>
                  <a:pt x="173974" y="2191149"/>
                  <a:pt x="151055" y="2165197"/>
                  <a:pt x="121097" y="2154269"/>
                </a:cubicBezTo>
                <a:cubicBezTo>
                  <a:pt x="110448" y="2150400"/>
                  <a:pt x="92943" y="2142204"/>
                  <a:pt x="101425" y="2120577"/>
                </a:cubicBezTo>
                <a:cubicBezTo>
                  <a:pt x="108643" y="2102593"/>
                  <a:pt x="122900" y="2108055"/>
                  <a:pt x="135895" y="2113292"/>
                </a:cubicBezTo>
                <a:cubicBezTo>
                  <a:pt x="167116" y="2126269"/>
                  <a:pt x="199421" y="2126495"/>
                  <a:pt x="241652" y="2126269"/>
                </a:cubicBezTo>
                <a:cubicBezTo>
                  <a:pt x="206279" y="2066851"/>
                  <a:pt x="141489" y="2084608"/>
                  <a:pt x="111170" y="2022231"/>
                </a:cubicBezTo>
                <a:cubicBezTo>
                  <a:pt x="149069" y="2011302"/>
                  <a:pt x="178305" y="2033841"/>
                  <a:pt x="208987" y="2038166"/>
                </a:cubicBezTo>
                <a:cubicBezTo>
                  <a:pt x="236777" y="2042036"/>
                  <a:pt x="243636" y="2031565"/>
                  <a:pt x="237139" y="1997188"/>
                </a:cubicBezTo>
                <a:cubicBezTo>
                  <a:pt x="227034" y="1943690"/>
                  <a:pt x="242193" y="1916371"/>
                  <a:pt x="282618" y="1930941"/>
                </a:cubicBezTo>
                <a:cubicBezTo>
                  <a:pt x="320155" y="1944601"/>
                  <a:pt x="324125" y="1924568"/>
                  <a:pt x="314019" y="1894062"/>
                </a:cubicBezTo>
                <a:cubicBezTo>
                  <a:pt x="299582" y="1849671"/>
                  <a:pt x="316004" y="1815295"/>
                  <a:pt x="327194" y="1777960"/>
                </a:cubicBezTo>
                <a:cubicBezTo>
                  <a:pt x="344339" y="1721045"/>
                  <a:pt x="337121" y="1693272"/>
                  <a:pt x="300123" y="1650929"/>
                </a:cubicBezTo>
                <a:cubicBezTo>
                  <a:pt x="279370" y="1627251"/>
                  <a:pt x="256992" y="1607219"/>
                  <a:pt x="226852" y="1586731"/>
                </a:cubicBezTo>
                <a:cubicBezTo>
                  <a:pt x="296334" y="1575576"/>
                  <a:pt x="223423" y="1538013"/>
                  <a:pt x="247968" y="1514564"/>
                </a:cubicBezTo>
                <a:cubicBezTo>
                  <a:pt x="297056" y="1505003"/>
                  <a:pt x="337121" y="1579673"/>
                  <a:pt x="403895" y="1558274"/>
                </a:cubicBezTo>
                <a:cubicBezTo>
                  <a:pt x="321420" y="1493619"/>
                  <a:pt x="230281" y="1472448"/>
                  <a:pt x="170546" y="1386396"/>
                </a:cubicBezTo>
                <a:cubicBezTo>
                  <a:pt x="184261" y="1366817"/>
                  <a:pt x="197977" y="1385030"/>
                  <a:pt x="209707" y="1377746"/>
                </a:cubicBezTo>
                <a:cubicBezTo>
                  <a:pt x="209346" y="1373192"/>
                  <a:pt x="210250" y="1366362"/>
                  <a:pt x="208083" y="1364314"/>
                </a:cubicBezTo>
                <a:cubicBezTo>
                  <a:pt x="163508" y="1317416"/>
                  <a:pt x="162784" y="1316279"/>
                  <a:pt x="210610" y="1281675"/>
                </a:cubicBezTo>
                <a:cubicBezTo>
                  <a:pt x="227394" y="1269609"/>
                  <a:pt x="225950" y="1258909"/>
                  <a:pt x="217108" y="1243657"/>
                </a:cubicBezTo>
                <a:cubicBezTo>
                  <a:pt x="210790" y="1232957"/>
                  <a:pt x="203211" y="1223395"/>
                  <a:pt x="206820" y="1199947"/>
                </a:cubicBezTo>
                <a:cubicBezTo>
                  <a:pt x="232988" y="1229998"/>
                  <a:pt x="359499" y="1220208"/>
                  <a:pt x="381877" y="1217021"/>
                </a:cubicBezTo>
                <a:cubicBezTo>
                  <a:pt x="406963" y="1213607"/>
                  <a:pt x="431688" y="1199037"/>
                  <a:pt x="458035" y="1207003"/>
                </a:cubicBezTo>
                <a:cubicBezTo>
                  <a:pt x="479150" y="1213381"/>
                  <a:pt x="576966" y="1275073"/>
                  <a:pt x="590863" y="1204273"/>
                </a:cubicBezTo>
                <a:cubicBezTo>
                  <a:pt x="591585" y="1200858"/>
                  <a:pt x="631107" y="1208826"/>
                  <a:pt x="652403" y="1212696"/>
                </a:cubicBezTo>
                <a:cubicBezTo>
                  <a:pt x="671172" y="1215883"/>
                  <a:pt x="692288" y="1229998"/>
                  <a:pt x="704920" y="1201769"/>
                </a:cubicBezTo>
                <a:cubicBezTo>
                  <a:pt x="712320" y="1185150"/>
                  <a:pt x="681820" y="1153051"/>
                  <a:pt x="654569" y="1150320"/>
                </a:cubicBezTo>
                <a:cubicBezTo>
                  <a:pt x="630926" y="1147814"/>
                  <a:pt x="606202" y="1144172"/>
                  <a:pt x="583643" y="1151001"/>
                </a:cubicBezTo>
                <a:cubicBezTo>
                  <a:pt x="555852" y="1159198"/>
                  <a:pt x="540873" y="1145995"/>
                  <a:pt x="533111" y="1117538"/>
                </a:cubicBezTo>
                <a:cubicBezTo>
                  <a:pt x="524450" y="1086122"/>
                  <a:pt x="507845" y="1071550"/>
                  <a:pt x="484926" y="1056980"/>
                </a:cubicBezTo>
                <a:cubicBezTo>
                  <a:pt x="429340" y="1021696"/>
                  <a:pt x="375921" y="980946"/>
                  <a:pt x="314922" y="960456"/>
                </a:cubicBezTo>
                <a:cubicBezTo>
                  <a:pt x="302830" y="956358"/>
                  <a:pt x="289476" y="950894"/>
                  <a:pt x="283881" y="923805"/>
                </a:cubicBezTo>
                <a:cubicBezTo>
                  <a:pt x="449013" y="964326"/>
                  <a:pt x="599526" y="1069958"/>
                  <a:pt x="769890" y="1063811"/>
                </a:cubicBezTo>
                <a:cubicBezTo>
                  <a:pt x="723329" y="1030346"/>
                  <a:pt x="669369" y="1028524"/>
                  <a:pt x="619738" y="1005076"/>
                </a:cubicBezTo>
                <a:cubicBezTo>
                  <a:pt x="654930" y="987546"/>
                  <a:pt x="687956" y="1005759"/>
                  <a:pt x="721344" y="1015777"/>
                </a:cubicBezTo>
                <a:cubicBezTo>
                  <a:pt x="749317" y="1023970"/>
                  <a:pt x="774583" y="1025337"/>
                  <a:pt x="777650" y="976393"/>
                </a:cubicBezTo>
                <a:cubicBezTo>
                  <a:pt x="776566" y="973205"/>
                  <a:pt x="776747" y="969107"/>
                  <a:pt x="776929" y="965238"/>
                </a:cubicBezTo>
                <a:cubicBezTo>
                  <a:pt x="767542" y="944976"/>
                  <a:pt x="752926" y="934504"/>
                  <a:pt x="735601" y="928584"/>
                </a:cubicBezTo>
                <a:cubicBezTo>
                  <a:pt x="725133" y="924942"/>
                  <a:pt x="711237" y="919478"/>
                  <a:pt x="711416" y="904909"/>
                </a:cubicBezTo>
                <a:cubicBezTo>
                  <a:pt x="711958" y="850955"/>
                  <a:pt x="678571" y="835246"/>
                  <a:pt x="645185" y="819539"/>
                </a:cubicBezTo>
                <a:cubicBezTo>
                  <a:pt x="663773" y="792676"/>
                  <a:pt x="678391" y="812481"/>
                  <a:pt x="692468" y="810433"/>
                </a:cubicBezTo>
                <a:cubicBezTo>
                  <a:pt x="701672" y="809067"/>
                  <a:pt x="709973" y="806563"/>
                  <a:pt x="709973" y="792676"/>
                </a:cubicBezTo>
                <a:cubicBezTo>
                  <a:pt x="710154" y="781065"/>
                  <a:pt x="705822" y="767861"/>
                  <a:pt x="696799" y="767635"/>
                </a:cubicBezTo>
                <a:cubicBezTo>
                  <a:pt x="640312" y="765585"/>
                  <a:pt x="609090" y="690914"/>
                  <a:pt x="550437" y="690687"/>
                </a:cubicBezTo>
                <a:cubicBezTo>
                  <a:pt x="515425" y="690687"/>
                  <a:pt x="568666" y="648572"/>
                  <a:pt x="539068" y="631042"/>
                </a:cubicBezTo>
                <a:cubicBezTo>
                  <a:pt x="532570" y="627171"/>
                  <a:pt x="556032" y="621254"/>
                  <a:pt x="566500" y="622164"/>
                </a:cubicBezTo>
                <a:cubicBezTo>
                  <a:pt x="576786" y="623074"/>
                  <a:pt x="585990" y="634229"/>
                  <a:pt x="598443" y="626261"/>
                </a:cubicBezTo>
                <a:cubicBezTo>
                  <a:pt x="605300" y="597806"/>
                  <a:pt x="587615" y="587332"/>
                  <a:pt x="572996" y="579365"/>
                </a:cubicBezTo>
                <a:cubicBezTo>
                  <a:pt x="539247" y="560925"/>
                  <a:pt x="506402" y="538615"/>
                  <a:pt x="469405" y="532013"/>
                </a:cubicBezTo>
                <a:cubicBezTo>
                  <a:pt x="456232" y="529737"/>
                  <a:pt x="488355" y="499231"/>
                  <a:pt x="494671" y="488532"/>
                </a:cubicBezTo>
                <a:cubicBezTo>
                  <a:pt x="345782" y="376071"/>
                  <a:pt x="166756" y="381762"/>
                  <a:pt x="0" y="290928"/>
                </a:cubicBezTo>
                <a:cubicBezTo>
                  <a:pt x="36817" y="273173"/>
                  <a:pt x="63887" y="286148"/>
                  <a:pt x="88973" y="288880"/>
                </a:cubicBezTo>
                <a:cubicBezTo>
                  <a:pt x="151595" y="295708"/>
                  <a:pt x="213498" y="309822"/>
                  <a:pt x="275940" y="318246"/>
                </a:cubicBezTo>
                <a:cubicBezTo>
                  <a:pt x="306620" y="322344"/>
                  <a:pt x="335134" y="337824"/>
                  <a:pt x="369424" y="313239"/>
                </a:cubicBezTo>
                <a:cubicBezTo>
                  <a:pt x="392343" y="296847"/>
                  <a:pt x="428980" y="314604"/>
                  <a:pt x="457133" y="329174"/>
                </a:cubicBezTo>
                <a:cubicBezTo>
                  <a:pt x="480414" y="341238"/>
                  <a:pt x="502612" y="344425"/>
                  <a:pt x="533474" y="329174"/>
                </a:cubicBezTo>
                <a:cubicBezTo>
                  <a:pt x="505501" y="319841"/>
                  <a:pt x="484023" y="311645"/>
                  <a:pt x="462006" y="305953"/>
                </a:cubicBezTo>
                <a:cubicBezTo>
                  <a:pt x="444501" y="301400"/>
                  <a:pt x="486189" y="282960"/>
                  <a:pt x="507484" y="285237"/>
                </a:cubicBezTo>
                <a:cubicBezTo>
                  <a:pt x="537263" y="288423"/>
                  <a:pt x="520479" y="276586"/>
                  <a:pt x="515425" y="260195"/>
                </a:cubicBezTo>
                <a:cubicBezTo>
                  <a:pt x="510012" y="242665"/>
                  <a:pt x="526074" y="237203"/>
                  <a:pt x="536180" y="240844"/>
                </a:cubicBezTo>
                <a:cubicBezTo>
                  <a:pt x="574980" y="255187"/>
                  <a:pt x="613602" y="229917"/>
                  <a:pt x="653668" y="250407"/>
                </a:cubicBezTo>
                <a:cubicBezTo>
                  <a:pt x="643561" y="199867"/>
                  <a:pt x="621723" y="177784"/>
                  <a:pt x="576064" y="170726"/>
                </a:cubicBezTo>
                <a:cubicBezTo>
                  <a:pt x="558919" y="167996"/>
                  <a:pt x="541053" y="172093"/>
                  <a:pt x="526254" y="157522"/>
                </a:cubicBezTo>
                <a:cubicBezTo>
                  <a:pt x="517771" y="149101"/>
                  <a:pt x="508207" y="139084"/>
                  <a:pt x="514884" y="123603"/>
                </a:cubicBezTo>
                <a:cubicBezTo>
                  <a:pt x="519577" y="112674"/>
                  <a:pt x="529684" y="112674"/>
                  <a:pt x="537985" y="116318"/>
                </a:cubicBezTo>
                <a:cubicBezTo>
                  <a:pt x="575162" y="132483"/>
                  <a:pt x="613963" y="138400"/>
                  <a:pt x="652764" y="144320"/>
                </a:cubicBezTo>
                <a:cubicBezTo>
                  <a:pt x="658720" y="145230"/>
                  <a:pt x="665397" y="148191"/>
                  <a:pt x="672075" y="133164"/>
                </a:cubicBezTo>
                <a:cubicBezTo>
                  <a:pt x="599526" y="108805"/>
                  <a:pt x="530585" y="74202"/>
                  <a:pt x="456051" y="60770"/>
                </a:cubicBezTo>
                <a:cubicBezTo>
                  <a:pt x="457133" y="54397"/>
                  <a:pt x="458215" y="48022"/>
                  <a:pt x="459299" y="41649"/>
                </a:cubicBezTo>
                <a:cubicBezTo>
                  <a:pt x="517591" y="50753"/>
                  <a:pt x="575884" y="59859"/>
                  <a:pt x="649515" y="71243"/>
                </a:cubicBezTo>
                <a:cubicBezTo>
                  <a:pt x="604218" y="35045"/>
                  <a:pt x="561446" y="47111"/>
                  <a:pt x="527879" y="15013"/>
                </a:cubicBezTo>
                <a:cubicBezTo>
                  <a:pt x="534195" y="2833"/>
                  <a:pt x="541820" y="-241"/>
                  <a:pt x="549716" y="15"/>
                </a:cubicBezTo>
                <a:close/>
              </a:path>
            </a:pathLst>
          </a:custGeom>
        </p:spPr>
      </p:pic>
      <p:pic>
        <p:nvPicPr>
          <p:cNvPr id="12" name="תמונה 11" descr="תמונה שמכילה טקסט, אדם, חוץ, אנשים&#10;&#10;התיאור נוצר באופן אוטומטי">
            <a:extLst>
              <a:ext uri="{FF2B5EF4-FFF2-40B4-BE49-F238E27FC236}">
                <a16:creationId xmlns:a16="http://schemas.microsoft.com/office/drawing/2014/main" id="{ABE546F6-8017-4E1E-BFC0-83F94145F46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91"/>
          <a:stretch/>
        </p:blipFill>
        <p:spPr>
          <a:xfrm>
            <a:off x="8143751" y="0"/>
            <a:ext cx="4051175" cy="3128248"/>
          </a:xfrm>
          <a:custGeom>
            <a:avLst/>
            <a:gdLst/>
            <a:ahLst/>
            <a:cxnLst/>
            <a:rect l="l" t="t" r="r" b="b"/>
            <a:pathLst>
              <a:path w="4579876" h="3536502">
                <a:moveTo>
                  <a:pt x="457312" y="0"/>
                </a:moveTo>
                <a:lnTo>
                  <a:pt x="4579876" y="0"/>
                </a:lnTo>
                <a:lnTo>
                  <a:pt x="4579876" y="3057029"/>
                </a:lnTo>
                <a:lnTo>
                  <a:pt x="4508441" y="3086568"/>
                </a:lnTo>
                <a:cubicBezTo>
                  <a:pt x="4391572" y="3126663"/>
                  <a:pt x="4301124" y="3221848"/>
                  <a:pt x="4183947" y="3271738"/>
                </a:cubicBezTo>
                <a:cubicBezTo>
                  <a:pt x="4099090" y="3307854"/>
                  <a:pt x="4017967" y="3354374"/>
                  <a:pt x="3930625" y="3387123"/>
                </a:cubicBezTo>
                <a:cubicBezTo>
                  <a:pt x="3723932" y="3464557"/>
                  <a:pt x="3513195" y="3526689"/>
                  <a:pt x="3290337" y="3535564"/>
                </a:cubicBezTo>
                <a:cubicBezTo>
                  <a:pt x="3106332" y="3542605"/>
                  <a:pt x="1510274" y="3535872"/>
                  <a:pt x="861903" y="2528615"/>
                </a:cubicBezTo>
                <a:cubicBezTo>
                  <a:pt x="849470" y="2523717"/>
                  <a:pt x="835485" y="2510862"/>
                  <a:pt x="831133" y="2498619"/>
                </a:cubicBezTo>
                <a:cubicBezTo>
                  <a:pt x="810307" y="2441385"/>
                  <a:pt x="759333" y="2416594"/>
                  <a:pt x="713333" y="2385682"/>
                </a:cubicBezTo>
                <a:cubicBezTo>
                  <a:pt x="672925" y="2358442"/>
                  <a:pt x="630030" y="2329978"/>
                  <a:pt x="613246" y="2284067"/>
                </a:cubicBezTo>
                <a:cubicBezTo>
                  <a:pt x="591179" y="2222855"/>
                  <a:pt x="653963" y="2273050"/>
                  <a:pt x="665465" y="2249789"/>
                </a:cubicBezTo>
                <a:cubicBezTo>
                  <a:pt x="641532" y="2217960"/>
                  <a:pt x="604543" y="2188882"/>
                  <a:pt x="594908" y="2152767"/>
                </a:cubicBezTo>
                <a:cubicBezTo>
                  <a:pt x="559787" y="2022383"/>
                  <a:pt x="483946" y="1927503"/>
                  <a:pt x="370497" y="1853742"/>
                </a:cubicBezTo>
                <a:cubicBezTo>
                  <a:pt x="337861" y="1832624"/>
                  <a:pt x="316415" y="1794059"/>
                  <a:pt x="271969" y="1787940"/>
                </a:cubicBezTo>
                <a:cubicBezTo>
                  <a:pt x="173127" y="1774472"/>
                  <a:pt x="204209" y="1669186"/>
                  <a:pt x="151990" y="1622358"/>
                </a:cubicBezTo>
                <a:cubicBezTo>
                  <a:pt x="142044" y="1613481"/>
                  <a:pt x="133031" y="1596037"/>
                  <a:pt x="134895" y="1584102"/>
                </a:cubicBezTo>
                <a:cubicBezTo>
                  <a:pt x="137691" y="1566959"/>
                  <a:pt x="149504" y="1550739"/>
                  <a:pt x="159450" y="1535435"/>
                </a:cubicBezTo>
                <a:cubicBezTo>
                  <a:pt x="169708" y="1520133"/>
                  <a:pt x="185247" y="1506664"/>
                  <a:pt x="177788" y="1486465"/>
                </a:cubicBezTo>
                <a:cubicBezTo>
                  <a:pt x="174683" y="1478202"/>
                  <a:pt x="176855" y="1449432"/>
                  <a:pt x="153856" y="1472079"/>
                </a:cubicBezTo>
                <a:cubicBezTo>
                  <a:pt x="90760" y="1534212"/>
                  <a:pt x="54082" y="1475449"/>
                  <a:pt x="0" y="1447289"/>
                </a:cubicBezTo>
                <a:cubicBezTo>
                  <a:pt x="43515" y="1418212"/>
                  <a:pt x="82677" y="1397707"/>
                  <a:pt x="89205" y="1354247"/>
                </a:cubicBezTo>
                <a:cubicBezTo>
                  <a:pt x="102570" y="1264569"/>
                  <a:pt x="159758" y="1223557"/>
                  <a:pt x="246479" y="1215599"/>
                </a:cubicBezTo>
                <a:cubicBezTo>
                  <a:pt x="214465" y="1128983"/>
                  <a:pt x="214465" y="1128983"/>
                  <a:pt x="317968" y="1117045"/>
                </a:cubicBezTo>
                <a:cubicBezTo>
                  <a:pt x="278183" y="1061955"/>
                  <a:pt x="278183" y="1047876"/>
                  <a:pt x="326362" y="1028900"/>
                </a:cubicBezTo>
                <a:cubicBezTo>
                  <a:pt x="372673" y="1010841"/>
                  <a:pt x="423957" y="1004720"/>
                  <a:pt x="466852" y="976870"/>
                </a:cubicBezTo>
                <a:cubicBezTo>
                  <a:pt x="427377" y="906475"/>
                  <a:pt x="416188" y="824756"/>
                  <a:pt x="334754" y="790475"/>
                </a:cubicBezTo>
                <a:cubicBezTo>
                  <a:pt x="322010" y="785272"/>
                  <a:pt x="313307" y="764154"/>
                  <a:pt x="321386" y="751912"/>
                </a:cubicBezTo>
                <a:cubicBezTo>
                  <a:pt x="350915" y="707534"/>
                  <a:pt x="308644" y="623365"/>
                  <a:pt x="400645" y="613877"/>
                </a:cubicBezTo>
                <a:cubicBezTo>
                  <a:pt x="412147" y="612959"/>
                  <a:pt x="422716" y="603776"/>
                  <a:pt x="413701" y="591839"/>
                </a:cubicBezTo>
                <a:cubicBezTo>
                  <a:pt x="382618" y="550216"/>
                  <a:pt x="420228" y="552969"/>
                  <a:pt x="442917" y="547767"/>
                </a:cubicBezTo>
                <a:cubicBezTo>
                  <a:pt x="470271" y="541341"/>
                  <a:pt x="501353" y="559703"/>
                  <a:pt x="526840" y="537055"/>
                </a:cubicBezTo>
                <a:cubicBezTo>
                  <a:pt x="520932" y="513181"/>
                  <a:pt x="498866" y="513487"/>
                  <a:pt x="483325" y="505836"/>
                </a:cubicBezTo>
                <a:cubicBezTo>
                  <a:pt x="437946" y="483799"/>
                  <a:pt x="400956" y="457479"/>
                  <a:pt x="398780" y="400243"/>
                </a:cubicBezTo>
                <a:cubicBezTo>
                  <a:pt x="397229" y="354028"/>
                  <a:pt x="392255" y="313323"/>
                  <a:pt x="455041" y="299242"/>
                </a:cubicBezTo>
                <a:cubicBezTo>
                  <a:pt x="481149" y="293426"/>
                  <a:pt x="473687" y="260067"/>
                  <a:pt x="458769" y="243538"/>
                </a:cubicBezTo>
                <a:cubicBezTo>
                  <a:pt x="432038" y="214157"/>
                  <a:pt x="409972" y="174981"/>
                  <a:pt x="363969" y="172227"/>
                </a:cubicBezTo>
                <a:cubicBezTo>
                  <a:pt x="335995" y="170391"/>
                  <a:pt x="314549" y="158146"/>
                  <a:pt x="292481" y="144069"/>
                </a:cubicBezTo>
                <a:cubicBezTo>
                  <a:pt x="276630" y="133966"/>
                  <a:pt x="257670" y="125398"/>
                  <a:pt x="259534" y="103668"/>
                </a:cubicBezTo>
                <a:cubicBezTo>
                  <a:pt x="261399" y="82855"/>
                  <a:pt x="279736" y="74286"/>
                  <a:pt x="298387" y="70001"/>
                </a:cubicBezTo>
                <a:cubicBezTo>
                  <a:pt x="345011" y="59672"/>
                  <a:pt x="389535" y="45726"/>
                  <a:pt x="430782" y="19902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727385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29F4FEF-3F4E-4042-8E6D-C24E201FB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26D62052-CC8A-4754-9C33-8B6A4627E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9126" y="56439"/>
            <a:ext cx="7952874" cy="1505663"/>
          </a:xfrm>
        </p:spPr>
        <p:txBody>
          <a:bodyPr anchor="b">
            <a:normAutofit/>
          </a:bodyPr>
          <a:lstStyle/>
          <a:p>
            <a:r>
              <a:rPr lang="he-IL" b="1" u="sng" dirty="0">
                <a:solidFill>
                  <a:srgbClr val="FFC000"/>
                </a:solidFill>
                <a:cs typeface="+mn-cs"/>
              </a:rPr>
              <a:t>תרבות האסלם בראי מדינת ישראל</a:t>
            </a:r>
            <a:br>
              <a:rPr lang="he-IL" b="1" u="sng" dirty="0">
                <a:solidFill>
                  <a:srgbClr val="FFC000"/>
                </a:solidFill>
                <a:cs typeface="+mn-cs"/>
              </a:rPr>
            </a:br>
            <a:endParaRPr lang="he-IL" b="1" u="sng" dirty="0">
              <a:solidFill>
                <a:srgbClr val="FFC000"/>
              </a:solidFill>
              <a:cs typeface="+mn-cs"/>
            </a:endParaRPr>
          </a:p>
        </p:txBody>
      </p:sp>
      <p:pic>
        <p:nvPicPr>
          <p:cNvPr id="11" name="תמונה 10" descr="תמונה שמכילה אדם, קרקע, רחוב, קבוצה&#10;&#10;התיאור נוצר באופן אוטומטי">
            <a:extLst>
              <a:ext uri="{FF2B5EF4-FFF2-40B4-BE49-F238E27FC236}">
                <a16:creationId xmlns:a16="http://schemas.microsoft.com/office/drawing/2014/main" id="{09BB0D1E-C031-4052-883F-635F0F46445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9" r="1" b="1"/>
          <a:stretch/>
        </p:blipFill>
        <p:spPr>
          <a:xfrm>
            <a:off x="21" y="10"/>
            <a:ext cx="4392470" cy="3657590"/>
          </a:xfrm>
          <a:custGeom>
            <a:avLst/>
            <a:gdLst/>
            <a:ahLst/>
            <a:cxnLst/>
            <a:rect l="l" t="t" r="r" b="b"/>
            <a:pathLst>
              <a:path w="6105136" h="4191746">
                <a:moveTo>
                  <a:pt x="0" y="0"/>
                </a:moveTo>
                <a:lnTo>
                  <a:pt x="5607799" y="0"/>
                </a:lnTo>
                <a:lnTo>
                  <a:pt x="5571513" y="27327"/>
                </a:lnTo>
                <a:cubicBezTo>
                  <a:pt x="5516855" y="89886"/>
                  <a:pt x="5497833" y="180727"/>
                  <a:pt x="5456712" y="261788"/>
                </a:cubicBezTo>
                <a:cubicBezTo>
                  <a:pt x="5516289" y="304550"/>
                  <a:pt x="5587520" y="313948"/>
                  <a:pt x="5651844" y="341674"/>
                </a:cubicBezTo>
                <a:cubicBezTo>
                  <a:pt x="5718760" y="370809"/>
                  <a:pt x="5718760" y="392425"/>
                  <a:pt x="5663501" y="477009"/>
                </a:cubicBezTo>
                <a:cubicBezTo>
                  <a:pt x="5807259" y="495339"/>
                  <a:pt x="5807259" y="495339"/>
                  <a:pt x="5762794" y="628324"/>
                </a:cubicBezTo>
                <a:cubicBezTo>
                  <a:pt x="5883243" y="640542"/>
                  <a:pt x="5962676" y="703511"/>
                  <a:pt x="5981237" y="841197"/>
                </a:cubicBezTo>
                <a:cubicBezTo>
                  <a:pt x="5990305" y="907926"/>
                  <a:pt x="6044700" y="939409"/>
                  <a:pt x="6105136" y="984052"/>
                </a:cubicBezTo>
                <a:cubicBezTo>
                  <a:pt x="6030022" y="1027286"/>
                  <a:pt x="5979081" y="1117509"/>
                  <a:pt x="5891443" y="1022115"/>
                </a:cubicBezTo>
                <a:cubicBezTo>
                  <a:pt x="5859498" y="987342"/>
                  <a:pt x="5862517" y="1031513"/>
                  <a:pt x="5858202" y="1044202"/>
                </a:cubicBezTo>
                <a:cubicBezTo>
                  <a:pt x="5847842" y="1075215"/>
                  <a:pt x="5869424" y="1095893"/>
                  <a:pt x="5883673" y="1119387"/>
                </a:cubicBezTo>
                <a:cubicBezTo>
                  <a:pt x="5897486" y="1142885"/>
                  <a:pt x="5913893" y="1167789"/>
                  <a:pt x="5917778" y="1194108"/>
                </a:cubicBezTo>
                <a:cubicBezTo>
                  <a:pt x="5920365" y="1212434"/>
                  <a:pt x="5907848" y="1239216"/>
                  <a:pt x="5894034" y="1252846"/>
                </a:cubicBezTo>
                <a:cubicBezTo>
                  <a:pt x="5821506" y="1324743"/>
                  <a:pt x="5864677" y="1486396"/>
                  <a:pt x="5727393" y="1507074"/>
                </a:cubicBezTo>
                <a:cubicBezTo>
                  <a:pt x="5665659" y="1516469"/>
                  <a:pt x="5635872" y="1575680"/>
                  <a:pt x="5590543" y="1608104"/>
                </a:cubicBezTo>
                <a:cubicBezTo>
                  <a:pt x="5432970" y="1721355"/>
                  <a:pt x="5327632" y="1867030"/>
                  <a:pt x="5278850" y="2067214"/>
                </a:cubicBezTo>
                <a:cubicBezTo>
                  <a:pt x="5265468" y="2122664"/>
                  <a:pt x="5214092" y="2167309"/>
                  <a:pt x="5180851" y="2216179"/>
                </a:cubicBezTo>
                <a:cubicBezTo>
                  <a:pt x="5196826" y="2251892"/>
                  <a:pt x="5284029" y="2174826"/>
                  <a:pt x="5253380" y="2268808"/>
                </a:cubicBezTo>
                <a:cubicBezTo>
                  <a:pt x="5230067" y="2339298"/>
                  <a:pt x="5170490" y="2383001"/>
                  <a:pt x="5114368" y="2424825"/>
                </a:cubicBezTo>
                <a:cubicBezTo>
                  <a:pt x="5050475" y="2472284"/>
                  <a:pt x="4979676" y="2510347"/>
                  <a:pt x="4950749" y="2598221"/>
                </a:cubicBezTo>
                <a:cubicBezTo>
                  <a:pt x="4944706" y="2617020"/>
                  <a:pt x="4925279" y="2636755"/>
                  <a:pt x="4908013" y="2644276"/>
                </a:cubicBezTo>
                <a:cubicBezTo>
                  <a:pt x="4007468" y="4190779"/>
                  <a:pt x="1790648" y="4201115"/>
                  <a:pt x="1535079" y="4190306"/>
                </a:cubicBezTo>
                <a:cubicBezTo>
                  <a:pt x="1225543" y="4176680"/>
                  <a:pt x="932844" y="4081285"/>
                  <a:pt x="645760" y="3962397"/>
                </a:cubicBezTo>
                <a:cubicBezTo>
                  <a:pt x="524448" y="3912117"/>
                  <a:pt x="411775" y="3840689"/>
                  <a:pt x="293915" y="3785239"/>
                </a:cubicBezTo>
                <a:cubicBezTo>
                  <a:pt x="212539" y="3746940"/>
                  <a:pt x="140444" y="3691254"/>
                  <a:pt x="68403" y="3637448"/>
                </a:cubicBezTo>
                <a:lnTo>
                  <a:pt x="0" y="3589272"/>
                </a:lnTo>
                <a:close/>
              </a:path>
            </a:pathLst>
          </a:cu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pic>
      <p:pic>
        <p:nvPicPr>
          <p:cNvPr id="9" name="תמונה 8" descr="תמונה שמכילה אנשים, קהל, מסגד&#10;&#10;התיאור נוצר באופן אוטומטי">
            <a:extLst>
              <a:ext uri="{FF2B5EF4-FFF2-40B4-BE49-F238E27FC236}">
                <a16:creationId xmlns:a16="http://schemas.microsoft.com/office/drawing/2014/main" id="{B2B5F1C0-3746-4F97-AD30-BCFB823694C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44" r="-2" b="8105"/>
          <a:stretch/>
        </p:blipFill>
        <p:spPr>
          <a:xfrm>
            <a:off x="-3048" y="4360754"/>
            <a:ext cx="4637038" cy="2553582"/>
          </a:xfrm>
          <a:custGeom>
            <a:avLst/>
            <a:gdLst/>
            <a:ahLst/>
            <a:cxnLst/>
            <a:rect l="l" t="t" r="r" b="b"/>
            <a:pathLst>
              <a:path w="5414116" h="2553582">
                <a:moveTo>
                  <a:pt x="158526" y="1316979"/>
                </a:moveTo>
                <a:lnTo>
                  <a:pt x="156754" y="1330318"/>
                </a:lnTo>
                <a:lnTo>
                  <a:pt x="150357" y="1343402"/>
                </a:lnTo>
                <a:cubicBezTo>
                  <a:pt x="148595" y="1346671"/>
                  <a:pt x="147784" y="1347597"/>
                  <a:pt x="148224" y="1345403"/>
                </a:cubicBezTo>
                <a:cubicBezTo>
                  <a:pt x="148536" y="1343890"/>
                  <a:pt x="150150" y="1339188"/>
                  <a:pt x="152759" y="1332109"/>
                </a:cubicBezTo>
                <a:close/>
                <a:moveTo>
                  <a:pt x="183999" y="1247985"/>
                </a:moveTo>
                <a:lnTo>
                  <a:pt x="185425" y="1249095"/>
                </a:lnTo>
                <a:lnTo>
                  <a:pt x="177909" y="1267545"/>
                </a:lnTo>
                <a:cubicBezTo>
                  <a:pt x="172543" y="1280910"/>
                  <a:pt x="167559" y="1293511"/>
                  <a:pt x="163267" y="1304542"/>
                </a:cubicBezTo>
                <a:lnTo>
                  <a:pt x="158526" y="1316979"/>
                </a:lnTo>
                <a:lnTo>
                  <a:pt x="160096" y="1305161"/>
                </a:lnTo>
                <a:cubicBezTo>
                  <a:pt x="166154" y="1273946"/>
                  <a:pt x="174799" y="1251295"/>
                  <a:pt x="183999" y="1247985"/>
                </a:cubicBezTo>
                <a:close/>
                <a:moveTo>
                  <a:pt x="2747400" y="406"/>
                </a:moveTo>
                <a:cubicBezTo>
                  <a:pt x="3035071" y="-4281"/>
                  <a:pt x="3341945" y="31161"/>
                  <a:pt x="3649095" y="133697"/>
                </a:cubicBezTo>
                <a:cubicBezTo>
                  <a:pt x="3849864" y="200721"/>
                  <a:pt x="4603144" y="576730"/>
                  <a:pt x="4698157" y="641897"/>
                </a:cubicBezTo>
                <a:cubicBezTo>
                  <a:pt x="4795794" y="709015"/>
                  <a:pt x="4865356" y="805949"/>
                  <a:pt x="4969229" y="864848"/>
                </a:cubicBezTo>
                <a:cubicBezTo>
                  <a:pt x="5024230" y="895855"/>
                  <a:pt x="5072076" y="940214"/>
                  <a:pt x="5031717" y="1024948"/>
                </a:cubicBezTo>
                <a:cubicBezTo>
                  <a:pt x="5020170" y="1048963"/>
                  <a:pt x="5029183" y="1072811"/>
                  <a:pt x="5057014" y="1071682"/>
                </a:cubicBezTo>
                <a:cubicBezTo>
                  <a:pt x="5109680" y="1069387"/>
                  <a:pt x="5118666" y="1110271"/>
                  <a:pt x="5135838" y="1143392"/>
                </a:cubicBezTo>
                <a:cubicBezTo>
                  <a:pt x="5166252" y="1202027"/>
                  <a:pt x="5193622" y="1263285"/>
                  <a:pt x="5266156" y="1289064"/>
                </a:cubicBezTo>
                <a:cubicBezTo>
                  <a:pt x="5238324" y="1323279"/>
                  <a:pt x="5215649" y="1311585"/>
                  <a:pt x="5195858" y="1298567"/>
                </a:cubicBezTo>
                <a:cubicBezTo>
                  <a:pt x="5143669" y="1263879"/>
                  <a:pt x="5093474" y="1226987"/>
                  <a:pt x="5041179" y="1192607"/>
                </a:cubicBezTo>
                <a:cubicBezTo>
                  <a:pt x="5007224" y="1170236"/>
                  <a:pt x="4975133" y="1142623"/>
                  <a:pt x="4918135" y="1145234"/>
                </a:cubicBezTo>
                <a:cubicBezTo>
                  <a:pt x="4935797" y="1231274"/>
                  <a:pt x="5007025" y="1262427"/>
                  <a:pt x="5060171" y="1300349"/>
                </a:cubicBezTo>
                <a:cubicBezTo>
                  <a:pt x="5126536" y="1347737"/>
                  <a:pt x="5152263" y="1413621"/>
                  <a:pt x="5184421" y="1487704"/>
                </a:cubicBezTo>
                <a:cubicBezTo>
                  <a:pt x="5122415" y="1489134"/>
                  <a:pt x="5103753" y="1435610"/>
                  <a:pt x="5058648" y="1427657"/>
                </a:cubicBezTo>
                <a:cubicBezTo>
                  <a:pt x="5053296" y="1435084"/>
                  <a:pt x="5045346" y="1445577"/>
                  <a:pt x="5045794" y="1446015"/>
                </a:cubicBezTo>
                <a:cubicBezTo>
                  <a:pt x="5106451" y="1496737"/>
                  <a:pt x="5117537" y="1568193"/>
                  <a:pt x="5101767" y="1647359"/>
                </a:cubicBezTo>
                <a:cubicBezTo>
                  <a:pt x="5093584" y="1688209"/>
                  <a:pt x="5115626" y="1706770"/>
                  <a:pt x="5135030" y="1731061"/>
                </a:cubicBezTo>
                <a:cubicBezTo>
                  <a:pt x="5203090" y="1816944"/>
                  <a:pt x="5278566" y="1897224"/>
                  <a:pt x="5321944" y="2003361"/>
                </a:cubicBezTo>
                <a:cubicBezTo>
                  <a:pt x="5239878" y="1971324"/>
                  <a:pt x="5191106" y="1897335"/>
                  <a:pt x="5107240" y="1850840"/>
                </a:cubicBezTo>
                <a:cubicBezTo>
                  <a:pt x="5146549" y="1965041"/>
                  <a:pt x="5224816" y="2036621"/>
                  <a:pt x="5290952" y="2116036"/>
                </a:cubicBezTo>
                <a:cubicBezTo>
                  <a:pt x="5321198" y="2152238"/>
                  <a:pt x="5345753" y="2195120"/>
                  <a:pt x="5388446" y="2220887"/>
                </a:cubicBezTo>
                <a:cubicBezTo>
                  <a:pt x="5403552" y="2230128"/>
                  <a:pt x="5428090" y="2247608"/>
                  <a:pt x="5403992" y="2273010"/>
                </a:cubicBezTo>
                <a:cubicBezTo>
                  <a:pt x="5383871" y="2294002"/>
                  <a:pt x="5363583" y="2281535"/>
                  <a:pt x="5345240" y="2269525"/>
                </a:cubicBezTo>
                <a:cubicBezTo>
                  <a:pt x="5301305" y="2240459"/>
                  <a:pt x="5249677" y="2227961"/>
                  <a:pt x="5181971" y="2212341"/>
                </a:cubicBezTo>
                <a:cubicBezTo>
                  <a:pt x="5210776" y="2304349"/>
                  <a:pt x="5323140" y="2305426"/>
                  <a:pt x="5342451" y="2399541"/>
                </a:cubicBezTo>
                <a:cubicBezTo>
                  <a:pt x="5276493" y="2399374"/>
                  <a:pt x="5240279" y="2358756"/>
                  <a:pt x="5193127" y="2341296"/>
                </a:cubicBezTo>
                <a:cubicBezTo>
                  <a:pt x="5150483" y="2325566"/>
                  <a:pt x="5134316" y="2337131"/>
                  <a:pt x="5128778" y="2384953"/>
                </a:cubicBezTo>
                <a:cubicBezTo>
                  <a:pt x="5120098" y="2459440"/>
                  <a:pt x="5082689" y="2490060"/>
                  <a:pt x="5024779" y="2455361"/>
                </a:cubicBezTo>
                <a:cubicBezTo>
                  <a:pt x="4971160" y="2423009"/>
                  <a:pt x="4955618" y="2448088"/>
                  <a:pt x="4957119" y="2492221"/>
                </a:cubicBezTo>
                <a:cubicBezTo>
                  <a:pt x="4957659" y="2508307"/>
                  <a:pt x="4955422" y="2522819"/>
                  <a:pt x="4951208" y="2536243"/>
                </a:cubicBezTo>
                <a:lnTo>
                  <a:pt x="4942986" y="2553582"/>
                </a:lnTo>
                <a:lnTo>
                  <a:pt x="0" y="2553582"/>
                </a:lnTo>
                <a:lnTo>
                  <a:pt x="10415" y="2540282"/>
                </a:lnTo>
                <a:cubicBezTo>
                  <a:pt x="21321" y="2529317"/>
                  <a:pt x="34083" y="2520126"/>
                  <a:pt x="50390" y="2514109"/>
                </a:cubicBezTo>
                <a:cubicBezTo>
                  <a:pt x="60150" y="2510393"/>
                  <a:pt x="69288" y="2504190"/>
                  <a:pt x="78593" y="2498362"/>
                </a:cubicBezTo>
                <a:cubicBezTo>
                  <a:pt x="79663" y="2490260"/>
                  <a:pt x="77016" y="2483287"/>
                  <a:pt x="68604" y="2478966"/>
                </a:cubicBezTo>
                <a:cubicBezTo>
                  <a:pt x="15119" y="2451323"/>
                  <a:pt x="33815" y="2412284"/>
                  <a:pt x="51592" y="2367344"/>
                </a:cubicBezTo>
                <a:cubicBezTo>
                  <a:pt x="73482" y="2311677"/>
                  <a:pt x="117178" y="2293901"/>
                  <a:pt x="167239" y="2281968"/>
                </a:cubicBezTo>
                <a:cubicBezTo>
                  <a:pt x="184333" y="2277976"/>
                  <a:pt x="204809" y="2283134"/>
                  <a:pt x="218700" y="2261009"/>
                </a:cubicBezTo>
                <a:cubicBezTo>
                  <a:pt x="202945" y="2233233"/>
                  <a:pt x="167661" y="2244301"/>
                  <a:pt x="144260" y="2232104"/>
                </a:cubicBezTo>
                <a:cubicBezTo>
                  <a:pt x="124982" y="2221882"/>
                  <a:pt x="89225" y="2216464"/>
                  <a:pt x="132450" y="2182200"/>
                </a:cubicBezTo>
                <a:cubicBezTo>
                  <a:pt x="145069" y="2172139"/>
                  <a:pt x="138401" y="2161211"/>
                  <a:pt x="128269" y="2157485"/>
                </a:cubicBezTo>
                <a:cubicBezTo>
                  <a:pt x="45771" y="2128357"/>
                  <a:pt x="114856" y="2054401"/>
                  <a:pt x="102768" y="2004430"/>
                </a:cubicBezTo>
                <a:cubicBezTo>
                  <a:pt x="99143" y="1990876"/>
                  <a:pt x="114661" y="1971808"/>
                  <a:pt x="128485" y="1969383"/>
                </a:cubicBezTo>
                <a:cubicBezTo>
                  <a:pt x="216478" y="1953355"/>
                  <a:pt x="255260" y="1875600"/>
                  <a:pt x="316632" y="1814867"/>
                </a:cubicBezTo>
                <a:cubicBezTo>
                  <a:pt x="286607" y="1778049"/>
                  <a:pt x="240843" y="1760915"/>
                  <a:pt x="204084" y="1732869"/>
                </a:cubicBezTo>
                <a:cubicBezTo>
                  <a:pt x="165873" y="1703815"/>
                  <a:pt x="170805" y="1689937"/>
                  <a:pt x="227085" y="1644378"/>
                </a:cubicBezTo>
                <a:cubicBezTo>
                  <a:pt x="135002" y="1609983"/>
                  <a:pt x="135002" y="1609983"/>
                  <a:pt x="194840" y="1531510"/>
                </a:cubicBezTo>
                <a:cubicBezTo>
                  <a:pt x="155738" y="1518118"/>
                  <a:pt x="147268" y="1431235"/>
                  <a:pt x="153201" y="1357062"/>
                </a:cubicBezTo>
                <a:lnTo>
                  <a:pt x="156754" y="1330318"/>
                </a:lnTo>
                <a:lnTo>
                  <a:pt x="158203" y="1327353"/>
                </a:lnTo>
                <a:cubicBezTo>
                  <a:pt x="164944" y="1313010"/>
                  <a:pt x="174305" y="1292418"/>
                  <a:pt x="183908" y="1271808"/>
                </a:cubicBezTo>
                <a:lnTo>
                  <a:pt x="192178" y="1254359"/>
                </a:lnTo>
                <a:lnTo>
                  <a:pt x="197963" y="1258870"/>
                </a:lnTo>
                <a:cubicBezTo>
                  <a:pt x="201319" y="1265759"/>
                  <a:pt x="204343" y="1269123"/>
                  <a:pt x="207082" y="1270177"/>
                </a:cubicBezTo>
                <a:cubicBezTo>
                  <a:pt x="215301" y="1273335"/>
                  <a:pt x="220953" y="1255680"/>
                  <a:pt x="225258" y="1249926"/>
                </a:cubicBezTo>
                <a:cubicBezTo>
                  <a:pt x="239225" y="1231830"/>
                  <a:pt x="229470" y="1215162"/>
                  <a:pt x="225383" y="1197822"/>
                </a:cubicBezTo>
                <a:cubicBezTo>
                  <a:pt x="223809" y="1191435"/>
                  <a:pt x="212069" y="1213060"/>
                  <a:pt x="198195" y="1241661"/>
                </a:cubicBezTo>
                <a:lnTo>
                  <a:pt x="192178" y="1254359"/>
                </a:lnTo>
                <a:lnTo>
                  <a:pt x="185425" y="1249095"/>
                </a:lnTo>
                <a:lnTo>
                  <a:pt x="194847" y="1225969"/>
                </a:lnTo>
                <a:cubicBezTo>
                  <a:pt x="218144" y="1169629"/>
                  <a:pt x="242658" y="1113997"/>
                  <a:pt x="248781" y="1110761"/>
                </a:cubicBezTo>
                <a:cubicBezTo>
                  <a:pt x="313786" y="1076283"/>
                  <a:pt x="321395" y="965784"/>
                  <a:pt x="418181" y="974220"/>
                </a:cubicBezTo>
                <a:cubicBezTo>
                  <a:pt x="461819" y="977818"/>
                  <a:pt x="495215" y="944914"/>
                  <a:pt x="532987" y="931088"/>
                </a:cubicBezTo>
                <a:cubicBezTo>
                  <a:pt x="664440" y="883526"/>
                  <a:pt x="768295" y="806734"/>
                  <a:pt x="846702" y="686183"/>
                </a:cubicBezTo>
                <a:cubicBezTo>
                  <a:pt x="868484" y="652881"/>
                  <a:pt x="913166" y="632329"/>
                  <a:pt x="946487" y="606427"/>
                </a:cubicBezTo>
                <a:cubicBezTo>
                  <a:pt x="943857" y="580742"/>
                  <a:pt x="867909" y="616319"/>
                  <a:pt x="909859" y="561037"/>
                </a:cubicBezTo>
                <a:cubicBezTo>
                  <a:pt x="941546" y="519374"/>
                  <a:pt x="991572" y="500749"/>
                  <a:pt x="1038549" y="483076"/>
                </a:cubicBezTo>
                <a:cubicBezTo>
                  <a:pt x="1092404" y="463016"/>
                  <a:pt x="1148626" y="449861"/>
                  <a:pt x="1187871" y="397948"/>
                </a:cubicBezTo>
                <a:cubicBezTo>
                  <a:pt x="1194206" y="389666"/>
                  <a:pt x="1884389" y="14461"/>
                  <a:pt x="2747400" y="406"/>
                </a:cubicBezTo>
                <a:close/>
              </a:path>
            </a:pathLst>
          </a:custGeom>
        </p:spPr>
      </p:pic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AFFC3F9-4AC5-4C83-8E12-FACB01018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5538" y="978568"/>
            <a:ext cx="7796462" cy="5935768"/>
          </a:xfrm>
        </p:spPr>
        <p:txBody>
          <a:bodyPr>
            <a:normAutofit/>
          </a:bodyPr>
          <a:lstStyle/>
          <a:p>
            <a:r>
              <a:rPr lang="he-IL" sz="2000" dirty="0"/>
              <a:t>כיום בישראל כ18% מאוכלוסיית המדינה הם מוסלמים, רובם הגדול הם ערבים סונים.</a:t>
            </a:r>
          </a:p>
          <a:p>
            <a:r>
              <a:rPr lang="he-IL" sz="2000" dirty="0"/>
              <a:t>ב-1914 היוו המוסלמים כ-83% מאוכלוסיית הארץ, כ-525,000 נפש. כמחציתם היו מהגרים שהגיעו בין שלהי המאה ה-19 לפרוץ מלחמת העולם הראשונה. </a:t>
            </a:r>
          </a:p>
          <a:p>
            <a:r>
              <a:rPr lang="he-IL" sz="2000" dirty="0"/>
              <a:t>בשנת 1949 המוסלמים בישראל היוו כ-10% מהאוכלוסייה. באותה שנה הוקמה המפלגה הערבית ראשונה, "הרשימה הדמוקרטית של נצרת".</a:t>
            </a:r>
          </a:p>
          <a:p>
            <a:r>
              <a:rPr lang="he-IL" sz="2000" dirty="0"/>
              <a:t>הפערים בגודל המשפחה, בהשכלה, בתעסוקה ובשכר גרמו לפערים גדולים בין המצב הסוציו-אקונומי של הערבים לבין המצב הסוציו-אקונומי של היהודים. </a:t>
            </a:r>
          </a:p>
          <a:p>
            <a:r>
              <a:rPr lang="he-IL" sz="2000" dirty="0"/>
              <a:t> בשנת 2016% ,53 מן המשפחות הערביות חיו בעוני לעומת %14 מן המשפחות היהודיות. </a:t>
            </a:r>
          </a:p>
        </p:txBody>
      </p:sp>
      <p:pic>
        <p:nvPicPr>
          <p:cNvPr id="17" name="תמונה 16">
            <a:extLst>
              <a:ext uri="{FF2B5EF4-FFF2-40B4-BE49-F238E27FC236}">
                <a16:creationId xmlns:a16="http://schemas.microsoft.com/office/drawing/2014/main" id="{B566A042-E121-4498-8E6F-57032E0D98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9154" y="4734824"/>
            <a:ext cx="3474515" cy="206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825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1061</TotalTime>
  <Words>928</Words>
  <Application>Microsoft Office PowerPoint</Application>
  <PresentationFormat>מסך רחב</PresentationFormat>
  <Paragraphs>68</Paragraphs>
  <Slides>12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ערכת נושא Office</vt:lpstr>
      <vt:lpstr>מצגת של PowerPoint‏</vt:lpstr>
      <vt:lpstr>מצגת של PowerPoint‏</vt:lpstr>
      <vt:lpstr>מצגת של PowerPoint‏</vt:lpstr>
      <vt:lpstr>סקירה כללית:</vt:lpstr>
      <vt:lpstr>מצגת של PowerPoint‏</vt:lpstr>
      <vt:lpstr>היסטוריה והתפתחות </vt:lpstr>
      <vt:lpstr>מאפייני הדת </vt:lpstr>
      <vt:lpstr>מצגת של PowerPoint‏</vt:lpstr>
      <vt:lpstr>שיעים סונים ומה שביניהם </vt:lpstr>
      <vt:lpstr>האסלם בארצות הברית </vt:lpstr>
      <vt:lpstr>האסלם באירופה </vt:lpstr>
      <vt:lpstr>תרבות האסלם בראי מדינת ישראל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gili Chiko</dc:creator>
  <cp:lastModifiedBy>gili Chiko</cp:lastModifiedBy>
  <cp:revision>7</cp:revision>
  <dcterms:created xsi:type="dcterms:W3CDTF">2021-12-04T09:43:13Z</dcterms:created>
  <dcterms:modified xsi:type="dcterms:W3CDTF">2021-12-07T20:48:06Z</dcterms:modified>
</cp:coreProperties>
</file>